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_rels/notesSlide6.xml.rels" ContentType="application/vnd.openxmlformats-package.relationships+xml"/>
  <Override PartName="/ppt/notesSlides/_rels/notesSlide4.xml.rels" ContentType="application/vnd.openxmlformats-package.relationships+xml"/>
  <Override PartName="/ppt/notesSlides/notesSlide4.xml" ContentType="application/vnd.openxmlformats-officedocument.presentationml.notesSlide+xml"/>
  <Override PartName="/ppt/notesSlides/notesSlide6.xml" ContentType="application/vnd.openxmlformats-officedocument.presentationml.notesSlide+xml"/>
  <Override PartName="/ppt/_rels/presentation.xml.rels" ContentType="application/vnd.openxmlformats-package.relationships+xml"/>
  <Override PartName="/ppt/slideLayouts/_rels/slideLayout19.xml.rels" ContentType="application/vnd.openxmlformats-package.relationships+xml"/>
  <Override PartName="/ppt/slideLayouts/_rels/slideLayout13.xml.rels" ContentType="application/vnd.openxmlformats-package.relationships+xml"/>
  <Override PartName="/ppt/slideLayouts/_rels/slideLayout23.xml.rels" ContentType="application/vnd.openxmlformats-package.relationships+xml"/>
  <Override PartName="/ppt/slideLayouts/_rels/slideLayout30.xml.rels" ContentType="application/vnd.openxmlformats-package.relationships+xml"/>
  <Override PartName="/ppt/slideLayouts/_rels/slideLayout14.xml.rels" ContentType="application/vnd.openxmlformats-package.relationships+xml"/>
  <Override PartName="/ppt/slideLayouts/_rels/slideLayout29.xml.rels" ContentType="application/vnd.openxmlformats-package.relationships+xml"/>
  <Override PartName="/ppt/slideLayouts/_rels/slideLayout10.xml.rels" ContentType="application/vnd.openxmlformats-package.relationships+xml"/>
  <Override PartName="/ppt/slideLayouts/_rels/slideLayout25.xml.rels" ContentType="application/vnd.openxmlformats-package.relationships+xml"/>
  <Override PartName="/ppt/slideLayouts/_rels/slideLayout16.xml.rels" ContentType="application/vnd.openxmlformats-package.relationships+xml"/>
  <Override PartName="/ppt/slideLayouts/_rels/slideLayout32.xml.rels" ContentType="application/vnd.openxmlformats-package.relationships+xml"/>
  <Override PartName="/ppt/slideLayouts/_rels/slideLayout34.xml.rels" ContentType="application/vnd.openxmlformats-package.relationships+xml"/>
  <Override PartName="/ppt/slideLayouts/_rels/slideLayout20.xml.rels" ContentType="application/vnd.openxmlformats-package.relationships+xml"/>
  <Override PartName="/ppt/slideLayouts/_rels/slideLayout35.xml.rels" ContentType="application/vnd.openxmlformats-package.relationships+xml"/>
  <Override PartName="/ppt/slideLayouts/_rels/slideLayout33.xml.rels" ContentType="application/vnd.openxmlformats-package.relationships+xml"/>
  <Override PartName="/ppt/slideLayouts/_rels/slideLayout3.xml.rels" ContentType="application/vnd.openxmlformats-package.relationships+xml"/>
  <Override PartName="/ppt/slideLayouts/_rels/slideLayout9.xml.rels" ContentType="application/vnd.openxmlformats-package.relationships+xml"/>
  <Override PartName="/ppt/slideLayouts/_rels/slideLayout24.xml.rels" ContentType="application/vnd.openxmlformats-package.relationships+xml"/>
  <Override PartName="/ppt/slideLayouts/_rels/slideLayout15.xml.rels" ContentType="application/vnd.openxmlformats-package.relationships+xml"/>
  <Override PartName="/ppt/slideLayouts/_rels/slideLayout31.xml.rels" ContentType="application/vnd.openxmlformats-package.relationships+xml"/>
  <Override PartName="/ppt/slideLayouts/_rels/slideLayout2.xml.rels" ContentType="application/vnd.openxmlformats-package.relationships+xml"/>
  <Override PartName="/ppt/slideLayouts/_rels/slideLayout8.xml.rels" ContentType="application/vnd.openxmlformats-package.relationships+xml"/>
  <Override PartName="/ppt/slideLayouts/_rels/slideLayout22.xml.rels" ContentType="application/vnd.openxmlformats-package.relationships+xml"/>
  <Override PartName="/ppt/slideLayouts/_rels/slideLayout28.xml.rels" ContentType="application/vnd.openxmlformats-package.relationships+xml"/>
  <Override PartName="/ppt/slideLayouts/_rels/slideLayout7.xml.rels" ContentType="application/vnd.openxmlformats-package.relationships+xml"/>
  <Override PartName="/ppt/slideLayouts/_rels/slideLayout1.xml.rels" ContentType="application/vnd.openxmlformats-package.relationships+xml"/>
  <Override PartName="/ppt/slideLayouts/_rels/slideLayout6.xml.rels" ContentType="application/vnd.openxmlformats-package.relationships+xml"/>
  <Override PartName="/ppt/slideLayouts/_rels/slideLayout36.xml.rels" ContentType="application/vnd.openxmlformats-package.relationships+xml"/>
  <Override PartName="/ppt/slideLayouts/_rels/slideLayout21.xml.rels" ContentType="application/vnd.openxmlformats-package.relationships+xml"/>
  <Override PartName="/ppt/slideLayouts/_rels/slideLayout27.xml.rels" ContentType="application/vnd.openxmlformats-package.relationships+xml"/>
  <Override PartName="/ppt/slideLayouts/_rels/slideLayout5.xml.rels" ContentType="application/vnd.openxmlformats-package.relationships+xml"/>
  <Override PartName="/ppt/slideLayouts/_rels/slideLayout18.xml.rels" ContentType="application/vnd.openxmlformats-package.relationships+xml"/>
  <Override PartName="/ppt/slideLayouts/_rels/slideLayout12.xml.rels" ContentType="application/vnd.openxmlformats-package.relationships+xml"/>
  <Override PartName="/ppt/slideLayouts/_rels/slideLayout4.xml.rels" ContentType="application/vnd.openxmlformats-package.relationships+xml"/>
  <Override PartName="/ppt/slideLayouts/_rels/slideLayout17.xml.rels" ContentType="application/vnd.openxmlformats-package.relationships+xml"/>
  <Override PartName="/ppt/slideLayouts/_rels/slideLayout11.xml.rels" ContentType="application/vnd.openxmlformats-package.relationships+xml"/>
  <Override PartName="/ppt/slideLayouts/_rels/slideLayout26.xml.rels" ContentType="application/vnd.openxmlformats-package.relationships+xml"/>
  <Override PartName="/ppt/slideLayouts/slideLayout29.xml" ContentType="application/vnd.openxmlformats-officedocument.presentationml.slideLayout+xml"/>
  <Override PartName="/ppt/slideLayouts/slideLayout9.xml" ContentType="application/vnd.openxmlformats-officedocument.presentationml.slideLayout+xml"/>
  <Override PartName="/ppt/slideLayouts/slideLayout28.xml" ContentType="application/vnd.openxmlformats-officedocument.presentationml.slideLayout+xml"/>
  <Override PartName="/ppt/slideLayouts/slideLayout8.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27.xml" ContentType="application/vnd.openxmlformats-officedocument.presentationml.slideLayout+xml"/>
  <Override PartName="/ppt/slideLayouts/slideLayout7.xml" ContentType="application/vnd.openxmlformats-officedocument.presentationml.slideLayout+xml"/>
  <Override PartName="/ppt/slideLayouts/slideLayout33.xml" ContentType="application/vnd.openxmlformats-officedocument.presentationml.slideLayout+xml"/>
  <Override PartName="/ppt/slideLayouts/slideLayout10.xml" ContentType="application/vnd.openxmlformats-officedocument.presentationml.slideLayout+xml"/>
  <Override PartName="/ppt/slideLayouts/slideLayout34.xml" ContentType="application/vnd.openxmlformats-officedocument.presentationml.slideLayout+xml"/>
  <Override PartName="/ppt/slideLayouts/slideLayout11.xml" ContentType="application/vnd.openxmlformats-officedocument.presentationml.slideLayout+xml"/>
  <Override PartName="/ppt/slideLayouts/slideLayout35.xml" ContentType="application/vnd.openxmlformats-officedocument.presentationml.slideLayout+xml"/>
  <Override PartName="/ppt/slideLayouts/slideLayout12.xml" ContentType="application/vnd.openxmlformats-officedocument.presentationml.slideLayout+xml"/>
  <Override PartName="/ppt/slideLayouts/slideLayout36.xml" ContentType="application/vnd.openxmlformats-officedocument.presentationml.slideLayout+xml"/>
  <Override PartName="/ppt/slideLayouts/slideLayout26.xml" ContentType="application/vnd.openxmlformats-officedocument.presentationml.slideLayout+xml"/>
  <Override PartName="/ppt/slideLayouts/slideLayout6.xml" ContentType="application/vnd.openxmlformats-officedocument.presentationml.slideLayout+xml"/>
  <Override PartName="/ppt/slideLayouts/slideLayout25.xml" ContentType="application/vnd.openxmlformats-officedocument.presentationml.slideLayout+xml"/>
  <Override PartName="/ppt/slideLayouts/slideLayout5.xml" ContentType="application/vnd.openxmlformats-officedocument.presentationml.slideLayout+xml"/>
  <Override PartName="/ppt/slideLayouts/slideLayout24.xml" ContentType="application/vnd.openxmlformats-officedocument.presentationml.slideLayout+xml"/>
  <Override PartName="/ppt/slideLayouts/slideLayout4.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19.xml" ContentType="application/vnd.openxmlformats-officedocument.presentationml.slideLayout+xml"/>
  <Override PartName="/ppt/slideLayouts/slideLayout22.xml" ContentType="application/vnd.openxmlformats-officedocument.presentationml.slideLayout+xml"/>
  <Override PartName="/ppt/slideLayouts/slideLayout2.xml" ContentType="application/vnd.openxmlformats-officedocument.presentationml.slideLayout+xml"/>
  <Override PartName="/ppt/slideLayouts/slideLayout18.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1.xml" ContentType="application/vnd.openxmlformats-officedocument.presentationml.slideLayout+xml"/>
  <Override PartName="/ppt/slideLayouts/slideLayout17.xml" ContentType="application/vnd.openxmlformats-officedocument.presentationml.slideLayout+xml"/>
  <Override PartName="/ppt/media/image12.png" ContentType="image/png"/>
  <Override PartName="/ppt/media/image11.png" ContentType="image/png"/>
  <Override PartName="/ppt/media/image7.jpeg" ContentType="image/jpeg"/>
  <Override PartName="/ppt/media/image13.png" ContentType="image/png"/>
  <Override PartName="/ppt/media/image8.png" ContentType="image/png"/>
  <Override PartName="/ppt/media/image19.png" ContentType="image/png"/>
  <Override PartName="/ppt/media/image1.png" ContentType="image/png"/>
  <Override PartName="/ppt/media/image18.jpeg" ContentType="image/jpeg"/>
  <Override PartName="/ppt/media/image17.png" ContentType="image/png"/>
  <Override PartName="/ppt/media/image16.png" ContentType="image/png"/>
  <Override PartName="/ppt/media/image15.png" ContentType="image/png"/>
  <Override PartName="/ppt/media/image14.png" ContentType="image/png"/>
  <Override PartName="/ppt/media/image2.png" ContentType="image/png"/>
  <Override PartName="/ppt/media/image9.jpeg" ContentType="image/jpeg"/>
  <Override PartName="/ppt/media/image3.png" ContentType="image/png"/>
  <Override PartName="/ppt/media/image4.png" ContentType="image/png"/>
  <Override PartName="/ppt/media/image5.png" ContentType="image/png"/>
  <Override PartName="/ppt/media/image6.jpeg" ContentType="image/jpeg"/>
  <Override PartName="/ppt/media/image10.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1.xml.rels" ContentType="application/vnd.openxmlformats-package.relationships+xml"/>
  <Override PartName="/ppt/slides/_rels/slide1.xml.rels" ContentType="application/vnd.openxmlformats-package.relationships+xml"/>
  <Override PartName="/ppt/slides/_rels/slide4.xml.rels" ContentType="application/vnd.openxmlformats-package.relationships+xml"/>
  <Override PartName="/ppt/slides/_rels/slide2.xml.rels" ContentType="application/vnd.openxmlformats-package.relationships+xml"/>
  <Override PartName="/ppt/slides/_rels/slide5.xml.rels" ContentType="application/vnd.openxmlformats-package.relationships+xml"/>
  <Override PartName="/ppt/slides/_rels/slide3.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10.xml.rels" ContentType="application/vnd.openxmlformats-package.relationships+xml"/>
  <Override PartName="/ppt/slides/_rels/slide9.xml.rels" ContentType="application/vnd.openxmlformats-package.relationships+xml"/>
  <Override PartName="/ppt/slides/_rels/slide8.xml.rels" ContentType="application/vnd.openxmlformats-package.relationships+xml"/>
  <Override PartName="/ppt/slides/slide13.xml" ContentType="application/vnd.openxmlformats-officedocument.presentationml.slide+xml"/>
  <Override PartName="/ppt/slides/slide14.xml" ContentType="application/vnd.openxmlformats-officedocument.presentationml.slid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b="0" lang="en-US" sz="1870" spc="-1" strike="noStrike">
                <a:solidFill>
                  <a:srgbClr val="000000"/>
                </a:solidFill>
                <a:latin typeface="Arial"/>
              </a:rPr>
              <a:t>Click to move the </a:t>
            </a:r>
            <a:r>
              <a:rPr b="0" lang="en-US" sz="1870" spc="-1" strike="noStrike">
                <a:solidFill>
                  <a:srgbClr val="000000"/>
                </a:solidFill>
                <a:latin typeface="Arial"/>
              </a:rPr>
              <a:t>slide</a:t>
            </a:r>
            <a:endParaRPr b="0" lang="en-US" sz="1870" spc="-1" strike="noStrike">
              <a:solidFill>
                <a:srgbClr val="000000"/>
              </a:solidFill>
              <a:latin typeface="Arial"/>
            </a:endParaRPr>
          </a:p>
        </p:txBody>
      </p:sp>
      <p:sp>
        <p:nvSpPr>
          <p:cNvPr id="124"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US" sz="2000" spc="-1" strike="noStrike">
                <a:latin typeface="Arial"/>
              </a:rPr>
              <a:t>Click to edit the </a:t>
            </a:r>
            <a:r>
              <a:rPr b="0" lang="en-US" sz="2000" spc="-1" strike="noStrike">
                <a:latin typeface="Arial"/>
              </a:rPr>
              <a:t>notes format</a:t>
            </a:r>
            <a:endParaRPr b="0" lang="en-US" sz="2000" spc="-1" strike="noStrike">
              <a:latin typeface="Arial"/>
            </a:endParaRPr>
          </a:p>
        </p:txBody>
      </p:sp>
      <p:sp>
        <p:nvSpPr>
          <p:cNvPr id="125"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US" sz="1400" spc="-1" strike="noStrike">
                <a:latin typeface="Times New Roman"/>
              </a:rPr>
              <a:t>&lt;header&gt;</a:t>
            </a:r>
            <a:endParaRPr b="0" lang="en-US" sz="1400" spc="-1" strike="noStrike">
              <a:latin typeface="Times New Roman"/>
            </a:endParaRPr>
          </a:p>
        </p:txBody>
      </p:sp>
      <p:sp>
        <p:nvSpPr>
          <p:cNvPr id="126" name="PlaceHolder 4"/>
          <p:cNvSpPr>
            <a:spLocks noGrp="1"/>
          </p:cNvSpPr>
          <p:nvPr>
            <p:ph type="dt" idx="10"/>
          </p:nvPr>
        </p:nvSpPr>
        <p:spPr>
          <a:xfrm>
            <a:off x="4278960" y="0"/>
            <a:ext cx="3280680" cy="534240"/>
          </a:xfrm>
          <a:prstGeom prst="rect">
            <a:avLst/>
          </a:prstGeom>
          <a:noFill/>
          <a:ln w="0">
            <a:noFill/>
          </a:ln>
        </p:spPr>
        <p:txBody>
          <a:bodyPr lIns="0" rIns="0" tIns="0" bIns="0" anchor="t">
            <a:noAutofit/>
          </a:bodyPr>
          <a:lstStyle>
            <a:lvl1pPr algn="r">
              <a:buNone/>
              <a:defRPr b="0" lang="en-US" sz="1400" spc="-1" strike="noStrike">
                <a:latin typeface="Times New Roman"/>
              </a:defRPr>
            </a:lvl1pPr>
          </a:lstStyle>
          <a:p>
            <a:pPr algn="r">
              <a:buNone/>
            </a:pPr>
            <a:r>
              <a:rPr b="0" lang="en-US" sz="1400" spc="-1" strike="noStrike">
                <a:latin typeface="Times New Roman"/>
              </a:rPr>
              <a:t>&lt;date/time&gt;</a:t>
            </a:r>
            <a:endParaRPr b="0" lang="en-US" sz="1400" spc="-1" strike="noStrike">
              <a:latin typeface="Times New Roman"/>
            </a:endParaRPr>
          </a:p>
        </p:txBody>
      </p:sp>
      <p:sp>
        <p:nvSpPr>
          <p:cNvPr id="127" name="PlaceHolder 5"/>
          <p:cNvSpPr>
            <a:spLocks noGrp="1"/>
          </p:cNvSpPr>
          <p:nvPr>
            <p:ph type="ftr" idx="11"/>
          </p:nvPr>
        </p:nvSpPr>
        <p:spPr>
          <a:xfrm>
            <a:off x="0" y="10157400"/>
            <a:ext cx="3280680" cy="534240"/>
          </a:xfrm>
          <a:prstGeom prst="rect">
            <a:avLst/>
          </a:prstGeom>
          <a:noFill/>
          <a:ln w="0">
            <a:noFill/>
          </a:ln>
        </p:spPr>
        <p:txBody>
          <a:bodyPr lIns="0" rIns="0" tIns="0" bIns="0" anchor="b">
            <a:noAutofit/>
          </a:bodyPr>
          <a:lstStyle>
            <a:lvl1pPr>
              <a:defRPr b="0" lang="en-US" sz="1400" spc="-1" strike="noStrike">
                <a:latin typeface="Times New Roman"/>
              </a:defRPr>
            </a:lvl1pPr>
          </a:lstStyle>
          <a:p>
            <a:r>
              <a:rPr b="0" lang="en-US" sz="1400" spc="-1" strike="noStrike">
                <a:latin typeface="Times New Roman"/>
              </a:rPr>
              <a:t>&lt;footer&gt;</a:t>
            </a:r>
            <a:endParaRPr b="0" lang="en-US" sz="1400" spc="-1" strike="noStrike">
              <a:latin typeface="Times New Roman"/>
            </a:endParaRPr>
          </a:p>
        </p:txBody>
      </p:sp>
      <p:sp>
        <p:nvSpPr>
          <p:cNvPr id="128" name="PlaceHolder 6"/>
          <p:cNvSpPr>
            <a:spLocks noGrp="1"/>
          </p:cNvSpPr>
          <p:nvPr>
            <p:ph type="sldNum" idx="12"/>
          </p:nvPr>
        </p:nvSpPr>
        <p:spPr>
          <a:xfrm>
            <a:off x="4278960" y="10157400"/>
            <a:ext cx="3280680" cy="534240"/>
          </a:xfrm>
          <a:prstGeom prst="rect">
            <a:avLst/>
          </a:prstGeom>
          <a:noFill/>
          <a:ln w="0">
            <a:noFill/>
          </a:ln>
        </p:spPr>
        <p:txBody>
          <a:bodyPr lIns="0" rIns="0" tIns="0" bIns="0" anchor="b">
            <a:noAutofit/>
          </a:bodyPr>
          <a:lstStyle>
            <a:lvl1pPr algn="r">
              <a:buNone/>
              <a:defRPr b="0" lang="en-US" sz="1400" spc="-1" strike="noStrike">
                <a:latin typeface="Times New Roman"/>
              </a:defRPr>
            </a:lvl1pPr>
          </a:lstStyle>
          <a:p>
            <a:pPr algn="r">
              <a:buNone/>
            </a:pPr>
            <a:fld id="{E2E45BB1-4F59-400F-943E-A8AEC22BEE97}" type="slidenum">
              <a:rPr b="0" lang="en-US" sz="1400" spc="-1" strike="noStrike">
                <a:latin typeface="Times New Roman"/>
              </a:rPr>
              <a:t>&lt;number&gt;</a:t>
            </a:fld>
            <a:endParaRPr b="0" lang="en-U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1" name="PlaceHolder 1"/>
          <p:cNvSpPr>
            <a:spLocks noGrp="1"/>
          </p:cNvSpPr>
          <p:nvPr>
            <p:ph type="sldImg"/>
          </p:nvPr>
        </p:nvSpPr>
        <p:spPr>
          <a:xfrm>
            <a:off x="622080" y="977400"/>
            <a:ext cx="4976640" cy="2638800"/>
          </a:xfrm>
          <a:prstGeom prst="rect">
            <a:avLst/>
          </a:prstGeom>
          <a:ln w="0">
            <a:noFill/>
          </a:ln>
        </p:spPr>
      </p:sp>
      <p:sp>
        <p:nvSpPr>
          <p:cNvPr id="322" name="PlaceHolder 2"/>
          <p:cNvSpPr>
            <a:spLocks noGrp="1"/>
          </p:cNvSpPr>
          <p:nvPr>
            <p:ph type="body"/>
          </p:nvPr>
        </p:nvSpPr>
        <p:spPr>
          <a:xfrm>
            <a:off x="622080" y="3763440"/>
            <a:ext cx="4976640" cy="3078360"/>
          </a:xfrm>
          <a:prstGeom prst="rect">
            <a:avLst/>
          </a:prstGeom>
          <a:noFill/>
          <a:ln w="0">
            <a:noFill/>
          </a:ln>
        </p:spPr>
        <p:txBody>
          <a:bodyPr lIns="81360" rIns="81360" tIns="40680" bIns="40680" anchor="t">
            <a:noAutofit/>
          </a:bodyPr>
          <a:p>
            <a:endParaRPr b="0" lang="en-US" sz="2000" spc="-1" strike="noStrike">
              <a:latin typeface="Arial"/>
            </a:endParaRPr>
          </a:p>
        </p:txBody>
      </p:sp>
      <p:sp>
        <p:nvSpPr>
          <p:cNvPr id="323" name="PlaceHolder 3"/>
          <p:cNvSpPr>
            <a:spLocks noGrp="1"/>
          </p:cNvSpPr>
          <p:nvPr>
            <p:ph type="sldNum" idx="13"/>
          </p:nvPr>
        </p:nvSpPr>
        <p:spPr>
          <a:xfrm>
            <a:off x="3524040" y="7427880"/>
            <a:ext cx="2695320" cy="391680"/>
          </a:xfrm>
          <a:prstGeom prst="rect">
            <a:avLst/>
          </a:prstGeom>
          <a:noFill/>
          <a:ln w="0">
            <a:noFill/>
          </a:ln>
        </p:spPr>
        <p:txBody>
          <a:bodyPr lIns="81360" rIns="81360" tIns="40680" bIns="40680" anchor="b">
            <a:noAutofit/>
          </a:bodyPr>
          <a:lstStyle>
            <a:lvl1pPr algn="r">
              <a:lnSpc>
                <a:spcPct val="100000"/>
              </a:lnSpc>
              <a:buNone/>
              <a:tabLst>
                <a:tab algn="l" pos="0"/>
              </a:tabLst>
              <a:defRPr b="0" lang="es-419" sz="1100" spc="-1" strike="noStrike">
                <a:solidFill>
                  <a:srgbClr val="000000"/>
                </a:solidFill>
                <a:latin typeface="Times New Roman"/>
                <a:ea typeface="Times New Roman"/>
              </a:defRPr>
            </a:lvl1pPr>
          </a:lstStyle>
          <a:p>
            <a:pPr algn="r">
              <a:lnSpc>
                <a:spcPct val="100000"/>
              </a:lnSpc>
              <a:buNone/>
              <a:tabLst>
                <a:tab algn="l" pos="0"/>
              </a:tabLst>
            </a:pPr>
            <a:fld id="{F6867480-E553-43E7-9844-6B5F10077DED}" type="slidenum">
              <a:rPr b="0" lang="es-419" sz="1100" spc="-1" strike="noStrike">
                <a:solidFill>
                  <a:srgbClr val="000000"/>
                </a:solidFill>
                <a:latin typeface="Times New Roman"/>
                <a:ea typeface="Times New Roman"/>
              </a:rPr>
              <a:t>&lt;number&gt;</a:t>
            </a:fld>
            <a:endParaRPr b="0" lang="en-US" sz="11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4" name="PlaceHolder 1"/>
          <p:cNvSpPr>
            <a:spLocks noGrp="1"/>
          </p:cNvSpPr>
          <p:nvPr>
            <p:ph type="sldImg"/>
          </p:nvPr>
        </p:nvSpPr>
        <p:spPr>
          <a:xfrm>
            <a:off x="685800" y="1143000"/>
            <a:ext cx="5485680" cy="3085200"/>
          </a:xfrm>
          <a:prstGeom prst="rect">
            <a:avLst/>
          </a:prstGeom>
          <a:ln w="0">
            <a:noFill/>
          </a:ln>
        </p:spPr>
      </p:sp>
      <p:sp>
        <p:nvSpPr>
          <p:cNvPr id="325" name="PlaceHolder 2"/>
          <p:cNvSpPr>
            <a:spLocks noGrp="1"/>
          </p:cNvSpPr>
          <p:nvPr>
            <p:ph type="body"/>
          </p:nvPr>
        </p:nvSpPr>
        <p:spPr>
          <a:xfrm>
            <a:off x="685800" y="4400640"/>
            <a:ext cx="5485680" cy="3599280"/>
          </a:xfrm>
          <a:prstGeom prst="rect">
            <a:avLst/>
          </a:prstGeom>
          <a:noFill/>
          <a:ln w="0">
            <a:noFill/>
          </a:ln>
        </p:spPr>
        <p:txBody>
          <a:bodyPr lIns="81360" rIns="81360" tIns="40680" bIns="40680" anchor="t">
            <a:noAutofit/>
          </a:bodyPr>
          <a:p>
            <a:pPr marL="190440">
              <a:lnSpc>
                <a:spcPct val="100000"/>
              </a:lnSpc>
              <a:buNone/>
              <a:tabLst>
                <a:tab algn="l" pos="0"/>
              </a:tabLst>
            </a:pPr>
            <a:r>
              <a:rPr b="0" lang="es-419" sz="1800" spc="-1" strike="noStrike">
                <a:solidFill>
                  <a:srgbClr val="000000"/>
                </a:solidFill>
                <a:latin typeface="Arial"/>
                <a:ea typeface="Arial"/>
              </a:rPr>
              <a:t>At the heart of the system is the LLM code generator. We use Qwen2.5-Coder 3B, a 3-billion-parameter code-specialized language model, running locally via Ollama on localhost:11434. Running locally eliminates latency, privacy concerns, and API costs.</a:t>
            </a:r>
            <a:endParaRPr b="0" lang="en-US" sz="1800" spc="-1" strike="noStrike">
              <a:latin typeface="Arial"/>
            </a:endParaRPr>
          </a:p>
          <a:p>
            <a:pPr marL="190440">
              <a:lnSpc>
                <a:spcPct val="100000"/>
              </a:lnSpc>
              <a:buNone/>
              <a:tabLst>
                <a:tab algn="l" pos="0"/>
              </a:tabLst>
            </a:pPr>
            <a:r>
              <a:rPr b="0" lang="es-419" sz="1800" spc="-1" strike="noStrike">
                <a:solidFill>
                  <a:srgbClr val="000000"/>
                </a:solidFill>
                <a:latin typeface="Arial"/>
                <a:ea typeface="Arial"/>
              </a:rPr>
              <a:t>The LLM receives a carefully crafted system prompt (system_prompt.md, 117 lines) that defines the robot's API: available functions (make_scene, execute_waypoints, adjust_grasp_waypoints), their signatures, return types, and usage patterns. This prompt acts as the "instruction manual" for the LLM.</a:t>
            </a:r>
            <a:endParaRPr b="0" lang="en-US" sz="1800" spc="-1" strike="noStrike">
              <a:latin typeface="Arial"/>
            </a:endParaRPr>
          </a:p>
          <a:p>
            <a:pPr marL="190440">
              <a:lnSpc>
                <a:spcPct val="100000"/>
              </a:lnSpc>
              <a:buNone/>
              <a:tabLst>
                <a:tab algn="l" pos="0"/>
              </a:tabLst>
            </a:pPr>
            <a:r>
              <a:rPr b="0" lang="es-419" sz="1800" spc="-1" strike="noStrike">
                <a:solidFill>
                  <a:srgbClr val="000000"/>
                </a:solidFill>
                <a:latin typeface="Arial"/>
                <a:ea typeface="Arial"/>
              </a:rPr>
              <a:t>The user provides a natural language task description (e.g., "pick the red block and place it on the blue box"). The LLM generates a complete Python script (generated_task.py) that calls the API functions in the correct order to accomplish the task.</a:t>
            </a:r>
            <a:endParaRPr b="0" lang="en-US" sz="1800" spc="-1" strike="noStrike">
              <a:latin typeface="Arial"/>
            </a:endParaRPr>
          </a:p>
          <a:p>
            <a:pPr marL="190440">
              <a:lnSpc>
                <a:spcPct val="100000"/>
              </a:lnSpc>
              <a:buNone/>
              <a:tabLst>
                <a:tab algn="l" pos="0"/>
              </a:tabLst>
            </a:pPr>
            <a:r>
              <a:rPr b="0" lang="es-419" sz="1800" spc="-1" strike="noStrike">
                <a:solidFill>
                  <a:srgbClr val="000000"/>
                </a:solidFill>
                <a:latin typeface="Arial"/>
                <a:ea typeface="Arial"/>
              </a:rPr>
              <a:t>The user provides a natural language task description (e.g., "pick the red block and place it on the blue box"). The LLM generates a complete Python script (generated_task.py) that calls the API functions in the correct order to accomplish the task.</a:t>
            </a:r>
            <a:endParaRPr b="0" lang="en-US" sz="1800" spc="-1" strike="noStrike">
              <a:latin typeface="Arial"/>
            </a:endParaRPr>
          </a:p>
          <a:p>
            <a:pPr marL="190440">
              <a:lnSpc>
                <a:spcPct val="100000"/>
              </a:lnSpc>
              <a:buNone/>
              <a:tabLst>
                <a:tab algn="l" pos="0"/>
              </a:tabLst>
            </a:pPr>
            <a:r>
              <a:rPr b="0" lang="es-419" sz="1800" spc="-1" strike="noStrike">
                <a:solidFill>
                  <a:srgbClr val="000000"/>
                </a:solidFill>
                <a:latin typeface="Arial"/>
                <a:ea typeface="Arial"/>
              </a:rPr>
              <a:t>run_task.py orchestrates the process: it captures the user input, sends it to the LLM with the system prompt, writes the generated code to disk, reloads the module dynamically, and executes execute_task(). Error handling and retry logic ensure robustness.</a:t>
            </a:r>
            <a:endParaRPr b="0" lang="en-US" sz="1800" spc="-1" strike="noStrike">
              <a:latin typeface="Arial"/>
            </a:endParaRPr>
          </a:p>
          <a:p>
            <a:pPr marL="190440">
              <a:lnSpc>
                <a:spcPct val="100000"/>
              </a:lnSpc>
              <a:buNone/>
              <a:tabLst>
                <a:tab algn="l" pos="0"/>
              </a:tabLst>
            </a:pPr>
            <a:r>
              <a:rPr b="0" lang="es-419" sz="1800" spc="-1" strike="noStrike">
                <a:solidFill>
                  <a:srgbClr val="000000"/>
                </a:solidFill>
                <a:latin typeface="Arial"/>
                <a:ea typeface="Arial"/>
              </a:rPr>
              <a:t>Model: Qwen2.5-Coder 3B (Ollama, temp=0.7) — locally hosted, no cloud dependency.</a:t>
            </a:r>
            <a:endParaRPr b="0" lang="en-US" sz="1800" spc="-1" strike="noStrike">
              <a:latin typeface="Arial"/>
            </a:endParaRPr>
          </a:p>
        </p:txBody>
      </p:sp>
      <p:sp>
        <p:nvSpPr>
          <p:cNvPr id="326" name="PlaceHolder 3"/>
          <p:cNvSpPr>
            <a:spLocks noGrp="1"/>
          </p:cNvSpPr>
          <p:nvPr>
            <p:ph type="sldNum" idx="14"/>
          </p:nvPr>
        </p:nvSpPr>
        <p:spPr>
          <a:xfrm>
            <a:off x="3884760" y="8685360"/>
            <a:ext cx="2971080" cy="457920"/>
          </a:xfrm>
          <a:prstGeom prst="rect">
            <a:avLst/>
          </a:prstGeom>
          <a:noFill/>
          <a:ln w="0">
            <a:noFill/>
          </a:ln>
        </p:spPr>
        <p:txBody>
          <a:bodyPr lIns="81360" rIns="81360" tIns="40680" bIns="40680" anchor="b">
            <a:noAutofit/>
          </a:bodyPr>
          <a:lstStyle>
            <a:lvl1pPr algn="r">
              <a:lnSpc>
                <a:spcPct val="100000"/>
              </a:lnSpc>
              <a:buNone/>
              <a:tabLst>
                <a:tab algn="l" pos="0"/>
              </a:tabLst>
              <a:defRPr b="0" lang="es-419" sz="1100" spc="-1" strike="noStrike">
                <a:solidFill>
                  <a:srgbClr val="000000"/>
                </a:solidFill>
                <a:latin typeface="Times New Roman"/>
                <a:ea typeface="Times New Roman"/>
              </a:defRPr>
            </a:lvl1pPr>
          </a:lstStyle>
          <a:p>
            <a:pPr algn="r">
              <a:lnSpc>
                <a:spcPct val="100000"/>
              </a:lnSpc>
              <a:buNone/>
              <a:tabLst>
                <a:tab algn="l" pos="0"/>
              </a:tabLst>
            </a:pPr>
            <a:fld id="{1D0E838C-A9DB-489B-8337-3AA35E6137D1}" type="slidenum">
              <a:rPr b="0" lang="es-419" sz="1100" spc="-1" strike="noStrike">
                <a:solidFill>
                  <a:srgbClr val="000000"/>
                </a:solidFill>
                <a:latin typeface="Times New Roman"/>
                <a:ea typeface="Times New Roman"/>
              </a:rPr>
              <a:t>&lt;number&gt;</a:t>
            </a:fld>
            <a:endParaRPr b="0" lang="en-US" sz="11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3302E53C-A0EF-4560-8AAD-464EE16FF451}" type="slidenum">
              <a:t>&lt;#&gt;</a:t>
            </a:fld>
          </a:p>
        </p:txBody>
      </p:sp>
      <p:sp>
        <p:nvSpPr>
          <p:cNvPr id="4" name="PlaceHolder 3"/>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6" name="PlaceHolder 2"/>
          <p:cNvSpPr>
            <a:spLocks noGrp="1"/>
          </p:cNvSpPr>
          <p:nvPr>
            <p:ph type="subTitle"/>
          </p:nvPr>
        </p:nvSpPr>
        <p:spPr>
          <a:xfrm>
            <a:off x="609480" y="1604520"/>
            <a:ext cx="10972080" cy="397728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F8EA6215-B728-4FDD-97E9-9BA4071EFD00}"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8" name="PlaceHolder 2"/>
          <p:cNvSpPr>
            <a:spLocks noGrp="1"/>
          </p:cNvSpPr>
          <p:nvPr>
            <p:ph/>
          </p:nvPr>
        </p:nvSpPr>
        <p:spPr>
          <a:xfrm>
            <a:off x="609480" y="1604520"/>
            <a:ext cx="10972080" cy="397728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F18B0485-0DB2-45B3-BBEF-BC7EEE813021}"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10"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11"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61860B48-017E-421A-A932-11D183F238B9}"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CFFD7457-1681-4FA5-B089-B3D7105E3049}"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609480" y="273240"/>
            <a:ext cx="10972080" cy="530784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47583E52-6A7E-4B2D-891D-20D184E5D463}"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15"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16"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17"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EE39E614-5BE5-4A21-8AAB-3055631DAC31}"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19"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20"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21"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15B1E11B-8FA4-425C-B3FE-382A35330D72}"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23"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24"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25" name="PlaceHolder 4"/>
          <p:cNvSpPr>
            <a:spLocks noGrp="1"/>
          </p:cNvSpPr>
          <p:nvPr>
            <p:ph/>
          </p:nvPr>
        </p:nvSpPr>
        <p:spPr>
          <a:xfrm>
            <a:off x="609480" y="3682080"/>
            <a:ext cx="109720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ED9C0436-5081-41D8-B6A3-2EF9A850A4F7}"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27" name="PlaceHolder 2"/>
          <p:cNvSpPr>
            <a:spLocks noGrp="1"/>
          </p:cNvSpPr>
          <p:nvPr>
            <p:ph/>
          </p:nvPr>
        </p:nvSpPr>
        <p:spPr>
          <a:xfrm>
            <a:off x="609480" y="1604520"/>
            <a:ext cx="109720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28" name="PlaceHolder 3"/>
          <p:cNvSpPr>
            <a:spLocks noGrp="1"/>
          </p:cNvSpPr>
          <p:nvPr>
            <p:ph/>
          </p:nvPr>
        </p:nvSpPr>
        <p:spPr>
          <a:xfrm>
            <a:off x="609480" y="3682080"/>
            <a:ext cx="109720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B6983915-3334-483C-8053-B2D3CAC095B2}"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3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3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32"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33"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7" name="PlaceHolder 6"/>
          <p:cNvSpPr>
            <a:spLocks noGrp="1"/>
          </p:cNvSpPr>
          <p:nvPr>
            <p:ph type="ftr" idx="1"/>
          </p:nvPr>
        </p:nvSpPr>
        <p:spPr/>
        <p:txBody>
          <a:bodyPr/>
          <a:p>
            <a:r>
              <a:t>Footer</a:t>
            </a:r>
          </a:p>
        </p:txBody>
      </p:sp>
      <p:sp>
        <p:nvSpPr>
          <p:cNvPr id="8" name="PlaceHolder 7"/>
          <p:cNvSpPr>
            <a:spLocks noGrp="1"/>
          </p:cNvSpPr>
          <p:nvPr>
            <p:ph type="sldNum" idx="2"/>
          </p:nvPr>
        </p:nvSpPr>
        <p:spPr/>
        <p:txBody>
          <a:bodyPr/>
          <a:p>
            <a:fld id="{2EAF7362-69C6-4FE7-8CB0-F5AF5DECE9F5}" type="slidenum">
              <a:t>&lt;#&gt;</a:t>
            </a:fld>
          </a:p>
        </p:txBody>
      </p:sp>
      <p:sp>
        <p:nvSpPr>
          <p:cNvPr id="9" name="PlaceHolder 8"/>
          <p:cNvSpPr>
            <a:spLocks noGrp="1"/>
          </p:cNvSpPr>
          <p:nvPr>
            <p:ph type="dt" idx="3"/>
          </p:nvPr>
        </p:nvSpPr>
        <p:spPr/>
        <p:txBody>
          <a:bodyPr/>
          <a:p>
            <a:r>
              <a:rPr lang="en-US"/>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35" name="PlaceHolder 2"/>
          <p:cNvSpPr>
            <a:spLocks noGrp="1"/>
          </p:cNvSpPr>
          <p:nvPr>
            <p:ph/>
          </p:nvPr>
        </p:nvSpPr>
        <p:spPr>
          <a:xfrm>
            <a:off x="609480" y="160452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36" name="PlaceHolder 3"/>
          <p:cNvSpPr>
            <a:spLocks noGrp="1"/>
          </p:cNvSpPr>
          <p:nvPr>
            <p:ph/>
          </p:nvPr>
        </p:nvSpPr>
        <p:spPr>
          <a:xfrm>
            <a:off x="4319280" y="160452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37" name="PlaceHolder 4"/>
          <p:cNvSpPr>
            <a:spLocks noGrp="1"/>
          </p:cNvSpPr>
          <p:nvPr>
            <p:ph/>
          </p:nvPr>
        </p:nvSpPr>
        <p:spPr>
          <a:xfrm>
            <a:off x="8028720" y="160452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38" name="PlaceHolder 5"/>
          <p:cNvSpPr>
            <a:spLocks noGrp="1"/>
          </p:cNvSpPr>
          <p:nvPr>
            <p:ph/>
          </p:nvPr>
        </p:nvSpPr>
        <p:spPr>
          <a:xfrm>
            <a:off x="609480" y="368208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39" name="PlaceHolder 6"/>
          <p:cNvSpPr>
            <a:spLocks noGrp="1"/>
          </p:cNvSpPr>
          <p:nvPr>
            <p:ph/>
          </p:nvPr>
        </p:nvSpPr>
        <p:spPr>
          <a:xfrm>
            <a:off x="4319280" y="368208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40" name="PlaceHolder 7"/>
          <p:cNvSpPr>
            <a:spLocks noGrp="1"/>
          </p:cNvSpPr>
          <p:nvPr>
            <p:ph/>
          </p:nvPr>
        </p:nvSpPr>
        <p:spPr>
          <a:xfrm>
            <a:off x="8028720" y="368208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9" name="PlaceHolder 8"/>
          <p:cNvSpPr>
            <a:spLocks noGrp="1"/>
          </p:cNvSpPr>
          <p:nvPr>
            <p:ph type="ftr" idx="1"/>
          </p:nvPr>
        </p:nvSpPr>
        <p:spPr/>
        <p:txBody>
          <a:bodyPr/>
          <a:p>
            <a:r>
              <a:t>Footer</a:t>
            </a:r>
          </a:p>
        </p:txBody>
      </p:sp>
      <p:sp>
        <p:nvSpPr>
          <p:cNvPr id="10" name="PlaceHolder 9"/>
          <p:cNvSpPr>
            <a:spLocks noGrp="1"/>
          </p:cNvSpPr>
          <p:nvPr>
            <p:ph type="sldNum" idx="2"/>
          </p:nvPr>
        </p:nvSpPr>
        <p:spPr/>
        <p:txBody>
          <a:bodyPr/>
          <a:p>
            <a:fld id="{AA6DA166-21B7-40F4-A1DC-D650CA19AA45}" type="slidenum">
              <a:t>&lt;#&gt;</a:t>
            </a:fld>
          </a:p>
        </p:txBody>
      </p:sp>
      <p:sp>
        <p:nvSpPr>
          <p:cNvPr id="11" name="PlaceHolder 10"/>
          <p:cNvSpPr>
            <a:spLocks noGrp="1"/>
          </p:cNvSpPr>
          <p:nvPr>
            <p:ph type="dt" idx="3"/>
          </p:nvPr>
        </p:nvSpPr>
        <p:spPr/>
        <p:txBody>
          <a:bodyPr/>
          <a:p>
            <a:r>
              <a:rPr lang="en-US"/>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F928CECB-6D0C-43A9-B4F6-23E4E29904A9}"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6"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47" name="PlaceHolder 2"/>
          <p:cNvSpPr>
            <a:spLocks noGrp="1"/>
          </p:cNvSpPr>
          <p:nvPr>
            <p:ph type="subTitle"/>
          </p:nvPr>
        </p:nvSpPr>
        <p:spPr>
          <a:xfrm>
            <a:off x="609480" y="1604520"/>
            <a:ext cx="10972080" cy="397728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9B695E8D-914C-4972-A10D-A46DFBFA049E}"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8"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49" name="PlaceHolder 2"/>
          <p:cNvSpPr>
            <a:spLocks noGrp="1"/>
          </p:cNvSpPr>
          <p:nvPr>
            <p:ph/>
          </p:nvPr>
        </p:nvSpPr>
        <p:spPr>
          <a:xfrm>
            <a:off x="609480" y="1604520"/>
            <a:ext cx="10972080" cy="397728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ED00D583-8172-48CB-97D7-66B41E14033F}"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51"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52"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C87C3D28-4953-4AE5-BBEB-C980E9FB4831}"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3"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0366F207-E365-4CBF-9A97-6119AC013F09}" type="slidenum">
              <a:t>&lt;#&gt;</a:t>
            </a:fld>
          </a:p>
        </p:txBody>
      </p:sp>
      <p:sp>
        <p:nvSpPr>
          <p:cNvPr id="5" name="PlaceHolder 4"/>
          <p:cNvSpPr>
            <a:spLocks noGrp="1"/>
          </p:cNvSpPr>
          <p:nvPr>
            <p:ph type="dt" idx="6"/>
          </p:nvPr>
        </p:nvSpPr>
        <p:spPr/>
        <p:txBody>
          <a:bodyPr/>
          <a:p>
            <a:r>
              <a:rPr lang="en-US"/>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 name="PlaceHolder 1"/>
          <p:cNvSpPr>
            <a:spLocks noGrp="1"/>
          </p:cNvSpPr>
          <p:nvPr>
            <p:ph type="subTitle"/>
          </p:nvPr>
        </p:nvSpPr>
        <p:spPr>
          <a:xfrm>
            <a:off x="609480" y="273240"/>
            <a:ext cx="10972080" cy="530784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5CF2D891-0082-459D-A4BA-964274AD72E3}" type="slidenum">
              <a:t>&lt;#&gt;</a:t>
            </a:fld>
          </a:p>
        </p:txBody>
      </p:sp>
      <p:sp>
        <p:nvSpPr>
          <p:cNvPr id="5" name="PlaceHolder 4"/>
          <p:cNvSpPr>
            <a:spLocks noGrp="1"/>
          </p:cNvSpPr>
          <p:nvPr>
            <p:ph type="dt" idx="6"/>
          </p:nvPr>
        </p:nvSpPr>
        <p:spPr/>
        <p:txBody>
          <a:bodyPr/>
          <a:p>
            <a:r>
              <a:rPr lang="en-US"/>
              <a:t/>
            </a: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56"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57"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58"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2ADCAEE0-CECC-447E-8F1A-F4CC870DBE8A}"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60"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6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62"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0977D049-2D7F-4442-BC82-BAFC0EC0181E}"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64"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65"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66" name="PlaceHolder 4"/>
          <p:cNvSpPr>
            <a:spLocks noGrp="1"/>
          </p:cNvSpPr>
          <p:nvPr>
            <p:ph/>
          </p:nvPr>
        </p:nvSpPr>
        <p:spPr>
          <a:xfrm>
            <a:off x="609480" y="3682080"/>
            <a:ext cx="109720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1F8E3104-8863-46C3-AA3F-AF1C21E1E3D5}"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7"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68" name="PlaceHolder 2"/>
          <p:cNvSpPr>
            <a:spLocks noGrp="1"/>
          </p:cNvSpPr>
          <p:nvPr>
            <p:ph/>
          </p:nvPr>
        </p:nvSpPr>
        <p:spPr>
          <a:xfrm>
            <a:off x="609480" y="1604520"/>
            <a:ext cx="109720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69" name="PlaceHolder 3"/>
          <p:cNvSpPr>
            <a:spLocks noGrp="1"/>
          </p:cNvSpPr>
          <p:nvPr>
            <p:ph/>
          </p:nvPr>
        </p:nvSpPr>
        <p:spPr>
          <a:xfrm>
            <a:off x="609480" y="3682080"/>
            <a:ext cx="109720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D52B219A-7BFB-4CA5-910B-6B9BEE9FDA50}"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0"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71"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72"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73"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74"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7" name="PlaceHolder 6"/>
          <p:cNvSpPr>
            <a:spLocks noGrp="1"/>
          </p:cNvSpPr>
          <p:nvPr>
            <p:ph type="ftr" idx="4"/>
          </p:nvPr>
        </p:nvSpPr>
        <p:spPr/>
        <p:txBody>
          <a:bodyPr/>
          <a:p>
            <a:r>
              <a:t>Footer</a:t>
            </a:r>
          </a:p>
        </p:txBody>
      </p:sp>
      <p:sp>
        <p:nvSpPr>
          <p:cNvPr id="8" name="PlaceHolder 7"/>
          <p:cNvSpPr>
            <a:spLocks noGrp="1"/>
          </p:cNvSpPr>
          <p:nvPr>
            <p:ph type="sldNum" idx="5"/>
          </p:nvPr>
        </p:nvSpPr>
        <p:spPr/>
        <p:txBody>
          <a:bodyPr/>
          <a:p>
            <a:fld id="{0159595E-ADE4-4453-905E-4E094F9894DB}" type="slidenum">
              <a:t>&lt;#&gt;</a:t>
            </a:fld>
          </a:p>
        </p:txBody>
      </p:sp>
      <p:sp>
        <p:nvSpPr>
          <p:cNvPr id="9" name="PlaceHolder 8"/>
          <p:cNvSpPr>
            <a:spLocks noGrp="1"/>
          </p:cNvSpPr>
          <p:nvPr>
            <p:ph type="dt" idx="6"/>
          </p:nvPr>
        </p:nvSpPr>
        <p:spPr/>
        <p:txBody>
          <a:bodyPr/>
          <a:p>
            <a:r>
              <a:rPr lang="en-US"/>
              <a:t/>
            </a: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5"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76" name="PlaceHolder 2"/>
          <p:cNvSpPr>
            <a:spLocks noGrp="1"/>
          </p:cNvSpPr>
          <p:nvPr>
            <p:ph/>
          </p:nvPr>
        </p:nvSpPr>
        <p:spPr>
          <a:xfrm>
            <a:off x="609480" y="160452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77" name="PlaceHolder 3"/>
          <p:cNvSpPr>
            <a:spLocks noGrp="1"/>
          </p:cNvSpPr>
          <p:nvPr>
            <p:ph/>
          </p:nvPr>
        </p:nvSpPr>
        <p:spPr>
          <a:xfrm>
            <a:off x="4319280" y="160452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78" name="PlaceHolder 4"/>
          <p:cNvSpPr>
            <a:spLocks noGrp="1"/>
          </p:cNvSpPr>
          <p:nvPr>
            <p:ph/>
          </p:nvPr>
        </p:nvSpPr>
        <p:spPr>
          <a:xfrm>
            <a:off x="8028720" y="160452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79" name="PlaceHolder 5"/>
          <p:cNvSpPr>
            <a:spLocks noGrp="1"/>
          </p:cNvSpPr>
          <p:nvPr>
            <p:ph/>
          </p:nvPr>
        </p:nvSpPr>
        <p:spPr>
          <a:xfrm>
            <a:off x="609480" y="368208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80" name="PlaceHolder 6"/>
          <p:cNvSpPr>
            <a:spLocks noGrp="1"/>
          </p:cNvSpPr>
          <p:nvPr>
            <p:ph/>
          </p:nvPr>
        </p:nvSpPr>
        <p:spPr>
          <a:xfrm>
            <a:off x="4319280" y="368208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81" name="PlaceHolder 7"/>
          <p:cNvSpPr>
            <a:spLocks noGrp="1"/>
          </p:cNvSpPr>
          <p:nvPr>
            <p:ph/>
          </p:nvPr>
        </p:nvSpPr>
        <p:spPr>
          <a:xfrm>
            <a:off x="8028720" y="368208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9" name="PlaceHolder 8"/>
          <p:cNvSpPr>
            <a:spLocks noGrp="1"/>
          </p:cNvSpPr>
          <p:nvPr>
            <p:ph type="ftr" idx="4"/>
          </p:nvPr>
        </p:nvSpPr>
        <p:spPr/>
        <p:txBody>
          <a:bodyPr/>
          <a:p>
            <a:r>
              <a:t>Footer</a:t>
            </a:r>
          </a:p>
        </p:txBody>
      </p:sp>
      <p:sp>
        <p:nvSpPr>
          <p:cNvPr id="10" name="PlaceHolder 9"/>
          <p:cNvSpPr>
            <a:spLocks noGrp="1"/>
          </p:cNvSpPr>
          <p:nvPr>
            <p:ph type="sldNum" idx="5"/>
          </p:nvPr>
        </p:nvSpPr>
        <p:spPr/>
        <p:txBody>
          <a:bodyPr/>
          <a:p>
            <a:fld id="{1867345D-DF23-4F39-9223-3A62431836F9}" type="slidenum">
              <a:t>&lt;#&gt;</a:t>
            </a:fld>
          </a:p>
        </p:txBody>
      </p:sp>
      <p:sp>
        <p:nvSpPr>
          <p:cNvPr id="11" name="PlaceHolder 10"/>
          <p:cNvSpPr>
            <a:spLocks noGrp="1"/>
          </p:cNvSpPr>
          <p:nvPr>
            <p:ph type="dt" idx="6"/>
          </p:nvPr>
        </p:nvSpPr>
        <p:spPr/>
        <p:txBody>
          <a:bodyPr/>
          <a:p>
            <a:r>
              <a:rPr lang="en-US"/>
              <a:t/>
            </a: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E912603C-CC1A-42AB-9FF5-6712DDEA0EB8}" type="slidenum">
              <a:t>&lt;#&gt;</a:t>
            </a:fld>
          </a:p>
        </p:txBody>
      </p:sp>
      <p:sp>
        <p:nvSpPr>
          <p:cNvPr id="4" name="PlaceHolder 3"/>
          <p:cNvSpPr>
            <a:spLocks noGrp="1"/>
          </p:cNvSpPr>
          <p:nvPr>
            <p:ph type="dt" idx="9"/>
          </p:nvPr>
        </p:nvSpPr>
        <p:spPr/>
        <p:txBody>
          <a:bodyPr/>
          <a:p>
            <a:r>
              <a:rPr lang="en-US"/>
              <a:t/>
            </a:r>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7"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88" name="PlaceHolder 2"/>
          <p:cNvSpPr>
            <a:spLocks noGrp="1"/>
          </p:cNvSpPr>
          <p:nvPr>
            <p:ph type="subTitle"/>
          </p:nvPr>
        </p:nvSpPr>
        <p:spPr>
          <a:xfrm>
            <a:off x="609480" y="1604520"/>
            <a:ext cx="10972080" cy="397728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6BBE113A-4680-4E01-86F0-C7B981A17D24}" type="slidenum">
              <a:t>&lt;#&gt;</a:t>
            </a:fld>
          </a:p>
        </p:txBody>
      </p:sp>
      <p:sp>
        <p:nvSpPr>
          <p:cNvPr id="6" name="PlaceHolder 5"/>
          <p:cNvSpPr>
            <a:spLocks noGrp="1"/>
          </p:cNvSpPr>
          <p:nvPr>
            <p:ph type="dt" idx="9"/>
          </p:nvPr>
        </p:nvSpPr>
        <p:spPr/>
        <p:txBody>
          <a:bodyPr/>
          <a:p>
            <a:r>
              <a:rPr lang="en-US"/>
              <a:t/>
            </a: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89"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90" name="PlaceHolder 2"/>
          <p:cNvSpPr>
            <a:spLocks noGrp="1"/>
          </p:cNvSpPr>
          <p:nvPr>
            <p:ph/>
          </p:nvPr>
        </p:nvSpPr>
        <p:spPr>
          <a:xfrm>
            <a:off x="609480" y="1604520"/>
            <a:ext cx="10972080" cy="397728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8E169657-C7D2-4728-9B3B-21463392FDE0}" type="slidenum">
              <a:t>&lt;#&gt;</a:t>
            </a:fld>
          </a:p>
        </p:txBody>
      </p:sp>
      <p:sp>
        <p:nvSpPr>
          <p:cNvPr id="6" name="PlaceHolder 5"/>
          <p:cNvSpPr>
            <a:spLocks noGrp="1"/>
          </p:cNvSpPr>
          <p:nvPr>
            <p:ph type="dt" idx="9"/>
          </p:nvPr>
        </p:nvSpPr>
        <p:spPr/>
        <p:txBody>
          <a:bodyPr/>
          <a:p>
            <a:r>
              <a:rPr lang="en-US"/>
              <a:t/>
            </a: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92"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9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5" name="PlaceHolder 4"/>
          <p:cNvSpPr>
            <a:spLocks noGrp="1"/>
          </p:cNvSpPr>
          <p:nvPr>
            <p:ph type="ftr" idx="7"/>
          </p:nvPr>
        </p:nvSpPr>
        <p:spPr/>
        <p:txBody>
          <a:bodyPr/>
          <a:p>
            <a:r>
              <a:t>Footer</a:t>
            </a:r>
          </a:p>
        </p:txBody>
      </p:sp>
      <p:sp>
        <p:nvSpPr>
          <p:cNvPr id="6" name="PlaceHolder 5"/>
          <p:cNvSpPr>
            <a:spLocks noGrp="1"/>
          </p:cNvSpPr>
          <p:nvPr>
            <p:ph type="sldNum" idx="8"/>
          </p:nvPr>
        </p:nvSpPr>
        <p:spPr/>
        <p:txBody>
          <a:bodyPr/>
          <a:p>
            <a:fld id="{213641B4-7E06-434C-8DEB-1C9A011EEA87}" type="slidenum">
              <a:t>&lt;#&gt;</a:t>
            </a:fld>
          </a:p>
        </p:txBody>
      </p:sp>
      <p:sp>
        <p:nvSpPr>
          <p:cNvPr id="7" name="PlaceHolder 6"/>
          <p:cNvSpPr>
            <a:spLocks noGrp="1"/>
          </p:cNvSpPr>
          <p:nvPr>
            <p:ph type="dt" idx="9"/>
          </p:nvPr>
        </p:nvSpPr>
        <p:spPr/>
        <p:txBody>
          <a:bodyPr/>
          <a:p>
            <a:r>
              <a:rPr lang="en-US"/>
              <a:t/>
            </a: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4"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1506F1C1-B2FB-4100-92E0-DF5A1C8BD88A}" type="slidenum">
              <a:t>&lt;#&gt;</a:t>
            </a:fld>
          </a:p>
        </p:txBody>
      </p:sp>
      <p:sp>
        <p:nvSpPr>
          <p:cNvPr id="5" name="PlaceHolder 4"/>
          <p:cNvSpPr>
            <a:spLocks noGrp="1"/>
          </p:cNvSpPr>
          <p:nvPr>
            <p:ph type="dt" idx="9"/>
          </p:nvPr>
        </p:nvSpPr>
        <p:spPr/>
        <p:txBody>
          <a:bodyPr/>
          <a:p>
            <a:r>
              <a:rPr lang="en-US"/>
              <a:t/>
            </a: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95" name="PlaceHolder 1"/>
          <p:cNvSpPr>
            <a:spLocks noGrp="1"/>
          </p:cNvSpPr>
          <p:nvPr>
            <p:ph type="subTitle"/>
          </p:nvPr>
        </p:nvSpPr>
        <p:spPr>
          <a:xfrm>
            <a:off x="609480" y="273240"/>
            <a:ext cx="10972080" cy="530784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F06F8D8B-5892-4F0F-A4C4-F61BC3502C20}" type="slidenum">
              <a:t>&lt;#&gt;</a:t>
            </a:fld>
          </a:p>
        </p:txBody>
      </p:sp>
      <p:sp>
        <p:nvSpPr>
          <p:cNvPr id="5" name="PlaceHolder 4"/>
          <p:cNvSpPr>
            <a:spLocks noGrp="1"/>
          </p:cNvSpPr>
          <p:nvPr>
            <p:ph type="dt" idx="9"/>
          </p:nvPr>
        </p:nvSpPr>
        <p:spPr/>
        <p:txBody>
          <a:bodyPr/>
          <a:p>
            <a:r>
              <a:rPr lang="en-US"/>
              <a:t/>
            </a: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96"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9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9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9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9238DDFC-BC5C-46E2-A49D-F0034CD3FB60}" type="slidenum">
              <a:t>&lt;#&gt;</a:t>
            </a:fld>
          </a:p>
        </p:txBody>
      </p:sp>
      <p:sp>
        <p:nvSpPr>
          <p:cNvPr id="8" name="PlaceHolder 7"/>
          <p:cNvSpPr>
            <a:spLocks noGrp="1"/>
          </p:cNvSpPr>
          <p:nvPr>
            <p:ph type="dt" idx="9"/>
          </p:nvPr>
        </p:nvSpPr>
        <p:spPr/>
        <p:txBody>
          <a:bodyPr/>
          <a:p>
            <a:r>
              <a:rPr lang="en-US"/>
              <a:t/>
            </a: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00"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101"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102"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103"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C58E76C0-FE33-4F71-806C-0228933B70C9}" type="slidenum">
              <a:t>&lt;#&gt;</a:t>
            </a:fld>
          </a:p>
        </p:txBody>
      </p:sp>
      <p:sp>
        <p:nvSpPr>
          <p:cNvPr id="8" name="PlaceHolder 7"/>
          <p:cNvSpPr>
            <a:spLocks noGrp="1"/>
          </p:cNvSpPr>
          <p:nvPr>
            <p:ph type="dt" idx="9"/>
          </p:nvPr>
        </p:nvSpPr>
        <p:spPr/>
        <p:txBody>
          <a:bodyPr/>
          <a:p>
            <a:r>
              <a:rPr lang="en-US"/>
              <a:t/>
            </a: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04"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105"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106"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107" name="PlaceHolder 4"/>
          <p:cNvSpPr>
            <a:spLocks noGrp="1"/>
          </p:cNvSpPr>
          <p:nvPr>
            <p:ph/>
          </p:nvPr>
        </p:nvSpPr>
        <p:spPr>
          <a:xfrm>
            <a:off x="609480" y="3682080"/>
            <a:ext cx="109720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B7137828-8614-416E-A2A8-BD30B95C1DFF}" type="slidenum">
              <a:t>&lt;#&gt;</a:t>
            </a:fld>
          </a:p>
        </p:txBody>
      </p:sp>
      <p:sp>
        <p:nvSpPr>
          <p:cNvPr id="8" name="PlaceHolder 7"/>
          <p:cNvSpPr>
            <a:spLocks noGrp="1"/>
          </p:cNvSpPr>
          <p:nvPr>
            <p:ph type="dt" idx="9"/>
          </p:nvPr>
        </p:nvSpPr>
        <p:spPr/>
        <p:txBody>
          <a:bodyPr/>
          <a:p>
            <a:r>
              <a:rPr lang="en-US"/>
              <a:t/>
            </a: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08"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109" name="PlaceHolder 2"/>
          <p:cNvSpPr>
            <a:spLocks noGrp="1"/>
          </p:cNvSpPr>
          <p:nvPr>
            <p:ph/>
          </p:nvPr>
        </p:nvSpPr>
        <p:spPr>
          <a:xfrm>
            <a:off x="609480" y="1604520"/>
            <a:ext cx="109720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110" name="PlaceHolder 3"/>
          <p:cNvSpPr>
            <a:spLocks noGrp="1"/>
          </p:cNvSpPr>
          <p:nvPr>
            <p:ph/>
          </p:nvPr>
        </p:nvSpPr>
        <p:spPr>
          <a:xfrm>
            <a:off x="609480" y="3682080"/>
            <a:ext cx="109720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5" name="PlaceHolder 4"/>
          <p:cNvSpPr>
            <a:spLocks noGrp="1"/>
          </p:cNvSpPr>
          <p:nvPr>
            <p:ph type="ftr" idx="7"/>
          </p:nvPr>
        </p:nvSpPr>
        <p:spPr/>
        <p:txBody>
          <a:bodyPr/>
          <a:p>
            <a:r>
              <a:t>Footer</a:t>
            </a:r>
          </a:p>
        </p:txBody>
      </p:sp>
      <p:sp>
        <p:nvSpPr>
          <p:cNvPr id="6" name="PlaceHolder 5"/>
          <p:cNvSpPr>
            <a:spLocks noGrp="1"/>
          </p:cNvSpPr>
          <p:nvPr>
            <p:ph type="sldNum" idx="8"/>
          </p:nvPr>
        </p:nvSpPr>
        <p:spPr/>
        <p:txBody>
          <a:bodyPr/>
          <a:p>
            <a:fld id="{826B397B-E2F0-40DE-A164-106D7A3D6D42}" type="slidenum">
              <a:t>&lt;#&gt;</a:t>
            </a:fld>
          </a:p>
        </p:txBody>
      </p:sp>
      <p:sp>
        <p:nvSpPr>
          <p:cNvPr id="7" name="PlaceHolder 6"/>
          <p:cNvSpPr>
            <a:spLocks noGrp="1"/>
          </p:cNvSpPr>
          <p:nvPr>
            <p:ph type="dt" idx="9"/>
          </p:nvPr>
        </p:nvSpPr>
        <p:spPr/>
        <p:txBody>
          <a:bodyPr/>
          <a:p>
            <a:r>
              <a:rPr lang="en-US"/>
              <a:t/>
            </a: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1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113"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1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115"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7" name="PlaceHolder 6"/>
          <p:cNvSpPr>
            <a:spLocks noGrp="1"/>
          </p:cNvSpPr>
          <p:nvPr>
            <p:ph type="ftr" idx="7"/>
          </p:nvPr>
        </p:nvSpPr>
        <p:spPr/>
        <p:txBody>
          <a:bodyPr/>
          <a:p>
            <a:r>
              <a:t>Footer</a:t>
            </a:r>
          </a:p>
        </p:txBody>
      </p:sp>
      <p:sp>
        <p:nvSpPr>
          <p:cNvPr id="8" name="PlaceHolder 7"/>
          <p:cNvSpPr>
            <a:spLocks noGrp="1"/>
          </p:cNvSpPr>
          <p:nvPr>
            <p:ph type="sldNum" idx="8"/>
          </p:nvPr>
        </p:nvSpPr>
        <p:spPr/>
        <p:txBody>
          <a:bodyPr/>
          <a:p>
            <a:fld id="{CB8BB620-82B3-421C-BB02-174BC7636175}" type="slidenum">
              <a:t>&lt;#&gt;</a:t>
            </a:fld>
          </a:p>
        </p:txBody>
      </p:sp>
      <p:sp>
        <p:nvSpPr>
          <p:cNvPr id="9" name="PlaceHolder 8"/>
          <p:cNvSpPr>
            <a:spLocks noGrp="1"/>
          </p:cNvSpPr>
          <p:nvPr>
            <p:ph type="dt" idx="9"/>
          </p:nvPr>
        </p:nvSpPr>
        <p:spPr/>
        <p:txBody>
          <a:bodyPr/>
          <a:p>
            <a:r>
              <a:rPr lang="en-US"/>
              <a:t/>
            </a: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16"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117" name="PlaceHolder 2"/>
          <p:cNvSpPr>
            <a:spLocks noGrp="1"/>
          </p:cNvSpPr>
          <p:nvPr>
            <p:ph/>
          </p:nvPr>
        </p:nvSpPr>
        <p:spPr>
          <a:xfrm>
            <a:off x="609480" y="160452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118" name="PlaceHolder 3"/>
          <p:cNvSpPr>
            <a:spLocks noGrp="1"/>
          </p:cNvSpPr>
          <p:nvPr>
            <p:ph/>
          </p:nvPr>
        </p:nvSpPr>
        <p:spPr>
          <a:xfrm>
            <a:off x="4319280" y="160452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119" name="PlaceHolder 4"/>
          <p:cNvSpPr>
            <a:spLocks noGrp="1"/>
          </p:cNvSpPr>
          <p:nvPr>
            <p:ph/>
          </p:nvPr>
        </p:nvSpPr>
        <p:spPr>
          <a:xfrm>
            <a:off x="8028720" y="160452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120" name="PlaceHolder 5"/>
          <p:cNvSpPr>
            <a:spLocks noGrp="1"/>
          </p:cNvSpPr>
          <p:nvPr>
            <p:ph/>
          </p:nvPr>
        </p:nvSpPr>
        <p:spPr>
          <a:xfrm>
            <a:off x="609480" y="368208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121" name="PlaceHolder 6"/>
          <p:cNvSpPr>
            <a:spLocks noGrp="1"/>
          </p:cNvSpPr>
          <p:nvPr>
            <p:ph/>
          </p:nvPr>
        </p:nvSpPr>
        <p:spPr>
          <a:xfrm>
            <a:off x="4319280" y="368208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122" name="PlaceHolder 7"/>
          <p:cNvSpPr>
            <a:spLocks noGrp="1"/>
          </p:cNvSpPr>
          <p:nvPr>
            <p:ph/>
          </p:nvPr>
        </p:nvSpPr>
        <p:spPr>
          <a:xfrm>
            <a:off x="8028720" y="368208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9" name="PlaceHolder 8"/>
          <p:cNvSpPr>
            <a:spLocks noGrp="1"/>
          </p:cNvSpPr>
          <p:nvPr>
            <p:ph type="ftr" idx="7"/>
          </p:nvPr>
        </p:nvSpPr>
        <p:spPr/>
        <p:txBody>
          <a:bodyPr/>
          <a:p>
            <a:r>
              <a:t>Footer</a:t>
            </a:r>
          </a:p>
        </p:txBody>
      </p:sp>
      <p:sp>
        <p:nvSpPr>
          <p:cNvPr id="10" name="PlaceHolder 9"/>
          <p:cNvSpPr>
            <a:spLocks noGrp="1"/>
          </p:cNvSpPr>
          <p:nvPr>
            <p:ph type="sldNum" idx="8"/>
          </p:nvPr>
        </p:nvSpPr>
        <p:spPr/>
        <p:txBody>
          <a:bodyPr/>
          <a:p>
            <a:fld id="{B87F80B5-C86C-4B6A-B12A-4914A8A84529}" type="slidenum">
              <a:t>&lt;#&gt;</a:t>
            </a:fld>
          </a:p>
        </p:txBody>
      </p:sp>
      <p:sp>
        <p:nvSpPr>
          <p:cNvPr id="11" name="PlaceHolder 10"/>
          <p:cNvSpPr>
            <a:spLocks noGrp="1"/>
          </p:cNvSpPr>
          <p:nvPr>
            <p:ph type="dt" idx="9"/>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 Id="rId9" Type="http://schemas.openxmlformats.org/officeDocument/2006/relationships/slideLayout" Target="../slideLayouts/slideLayout32.xml"/><Relationship Id="rId10" Type="http://schemas.openxmlformats.org/officeDocument/2006/relationships/slideLayout" Target="../slideLayouts/slideLayout33.xml"/><Relationship Id="rId11" Type="http://schemas.openxmlformats.org/officeDocument/2006/relationships/slideLayout" Target="../slideLayouts/slideLayout34.xml"/><Relationship Id="rId12" Type="http://schemas.openxmlformats.org/officeDocument/2006/relationships/slideLayout" Target="../slideLayouts/slideLayout35.xml"/><Relationship Id="rId13" Type="http://schemas.openxmlformats.org/officeDocument/2006/relationships/slideLayout" Target="../slideLayouts/slideLayout36.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ftr" idx="1"/>
          </p:nvPr>
        </p:nvSpPr>
        <p:spPr>
          <a:xfrm>
            <a:off x="3124080" y="6356160"/>
            <a:ext cx="2894400" cy="363960"/>
          </a:xfrm>
          <a:prstGeom prst="rect">
            <a:avLst/>
          </a:prstGeom>
          <a:noFill/>
          <a:ln w="0">
            <a:noFill/>
          </a:ln>
        </p:spPr>
        <p:txBody>
          <a:bodyPr lIns="68400" rIns="68400" tIns="34200" bIns="34200" anchor="ctr">
            <a:noAutofit/>
          </a:bodyPr>
          <a:lstStyle>
            <a:lvl1pPr algn="ctr">
              <a:buNone/>
              <a:defRPr b="0" lang="en-US" sz="1400" spc="-1" strike="noStrike">
                <a:latin typeface="Times New Roman"/>
              </a:defRPr>
            </a:lvl1pPr>
          </a:lstStyle>
          <a:p>
            <a:pPr algn="ctr">
              <a:buNone/>
            </a:pPr>
            <a:r>
              <a:rPr b="0" lang="en-US" sz="1400" spc="-1" strike="noStrike">
                <a:latin typeface="Times New Roman"/>
              </a:rPr>
              <a:t>&lt;footer&gt;</a:t>
            </a:r>
            <a:endParaRPr b="0" lang="en-US" sz="1400" spc="-1" strike="noStrike">
              <a:latin typeface="Times New Roman"/>
            </a:endParaRPr>
          </a:p>
        </p:txBody>
      </p:sp>
      <p:sp>
        <p:nvSpPr>
          <p:cNvPr id="1" name="PlaceHolder 2"/>
          <p:cNvSpPr>
            <a:spLocks noGrp="1"/>
          </p:cNvSpPr>
          <p:nvPr>
            <p:ph type="sldNum" idx="2"/>
          </p:nvPr>
        </p:nvSpPr>
        <p:spPr>
          <a:xfrm>
            <a:off x="6552720" y="6356160"/>
            <a:ext cx="2132640" cy="363960"/>
          </a:xfrm>
          <a:prstGeom prst="rect">
            <a:avLst/>
          </a:prstGeom>
          <a:noFill/>
          <a:ln w="0">
            <a:noFill/>
          </a:ln>
        </p:spPr>
        <p:txBody>
          <a:bodyPr lIns="68400" rIns="68400" tIns="34200" bIns="34200" anchor="ctr">
            <a:noAutofit/>
          </a:bodyPr>
          <a:lstStyle>
            <a:lvl1pPr algn="r">
              <a:lnSpc>
                <a:spcPct val="100000"/>
              </a:lnSpc>
              <a:buNone/>
              <a:tabLst>
                <a:tab algn="l" pos="0"/>
              </a:tabLst>
              <a:defRPr b="0" lang="es-419" sz="900" spc="-1" strike="noStrike">
                <a:solidFill>
                  <a:srgbClr val="888888"/>
                </a:solidFill>
                <a:latin typeface="Calibri"/>
                <a:ea typeface="Calibri"/>
              </a:defRPr>
            </a:lvl1pPr>
          </a:lstStyle>
          <a:p>
            <a:pPr algn="r">
              <a:lnSpc>
                <a:spcPct val="100000"/>
              </a:lnSpc>
              <a:buNone/>
              <a:tabLst>
                <a:tab algn="l" pos="0"/>
              </a:tabLst>
            </a:pPr>
            <a:fld id="{35F81D15-4818-4DCF-93C2-14ACFF1FFA14}" type="slidenum">
              <a:rPr b="0" lang="es-419" sz="900" spc="-1" strike="noStrike">
                <a:solidFill>
                  <a:srgbClr val="888888"/>
                </a:solidFill>
                <a:latin typeface="Calibri"/>
                <a:ea typeface="Calibri"/>
              </a:rPr>
              <a:t>&lt;number&gt;</a:t>
            </a:fld>
            <a:endParaRPr b="0" lang="en-US" sz="900" spc="-1" strike="noStrike">
              <a:latin typeface="Times New Roman"/>
            </a:endParaRPr>
          </a:p>
        </p:txBody>
      </p:sp>
      <p:sp>
        <p:nvSpPr>
          <p:cNvPr id="2" name="PlaceHolder 3"/>
          <p:cNvSpPr>
            <a:spLocks noGrp="1"/>
          </p:cNvSpPr>
          <p:nvPr>
            <p:ph type="dt" idx="3"/>
          </p:nvPr>
        </p:nvSpPr>
        <p:spPr>
          <a:xfrm>
            <a:off x="457200" y="6356160"/>
            <a:ext cx="2132640" cy="363960"/>
          </a:xfrm>
          <a:prstGeom prst="rect">
            <a:avLst/>
          </a:prstGeom>
          <a:noFill/>
          <a:ln w="0">
            <a:noFill/>
          </a:ln>
        </p:spPr>
        <p:txBody>
          <a:bodyPr lIns="68400" rIns="68400" tIns="34200" bIns="34200" anchor="ctr">
            <a:noAutofit/>
          </a:bodyPr>
          <a:lstStyle>
            <a:lvl1pPr>
              <a:defRPr b="0" lang="en-US" sz="1400" spc="-1" strike="noStrike">
                <a:latin typeface="Times New Roman"/>
              </a:defRPr>
            </a:lvl1pPr>
          </a:lstStyle>
          <a:p>
            <a:r>
              <a:rPr b="0" lang="en-US" sz="1400" spc="-1" strike="noStrike">
                <a:latin typeface="Times New Roman"/>
              </a:rPr>
              <a:t>&lt;date/time&gt;</a:t>
            </a:r>
            <a:endParaRPr b="0" lang="en-US" sz="1400" spc="-1" strike="noStrike">
              <a:latin typeface="Times New Roman"/>
            </a:endParaRPr>
          </a:p>
        </p:txBody>
      </p:sp>
      <p:sp>
        <p:nvSpPr>
          <p:cNvPr id="3" name="PlaceHolder 4"/>
          <p:cNvSpPr>
            <a:spLocks noGrp="1"/>
          </p:cNvSpPr>
          <p:nvPr>
            <p:ph type="title"/>
          </p:nvPr>
        </p:nvSpPr>
        <p:spPr>
          <a:xfrm>
            <a:off x="609480" y="273240"/>
            <a:ext cx="10972080" cy="1144800"/>
          </a:xfrm>
          <a:prstGeom prst="rect">
            <a:avLst/>
          </a:prstGeom>
          <a:noFill/>
          <a:ln w="0">
            <a:noFill/>
          </a:ln>
        </p:spPr>
        <p:txBody>
          <a:bodyPr lIns="0" rIns="0" tIns="0" bIns="0" anchor="ctr">
            <a:noAutofit/>
          </a:bodyPr>
          <a:p>
            <a:r>
              <a:rPr b="0" lang="en-US" sz="1870" spc="-1" strike="noStrike">
                <a:solidFill>
                  <a:srgbClr val="000000"/>
                </a:solidFill>
                <a:latin typeface="Arial"/>
              </a:rPr>
              <a:t>Click to edit the title text format</a:t>
            </a:r>
            <a:endParaRPr b="0" lang="en-US" sz="1870" spc="-1" strike="noStrike">
              <a:solidFill>
                <a:srgbClr val="000000"/>
              </a:solidFill>
              <a:latin typeface="Arial"/>
            </a:endParaRPr>
          </a:p>
        </p:txBody>
      </p:sp>
      <p:sp>
        <p:nvSpPr>
          <p:cNvPr id="4" name="PlaceHolder 5"/>
          <p:cNvSpPr>
            <a:spLocks noGrp="1"/>
          </p:cNvSpPr>
          <p:nvPr>
            <p:ph type="body"/>
          </p:nvPr>
        </p:nvSpPr>
        <p:spPr>
          <a:xfrm>
            <a:off x="609480" y="1604520"/>
            <a:ext cx="10972080" cy="3977280"/>
          </a:xfrm>
          <a:prstGeom prst="rect">
            <a:avLst/>
          </a:prstGeom>
          <a:noFill/>
          <a:ln w="0">
            <a:noFill/>
          </a:ln>
        </p:spPr>
        <p:txBody>
          <a:bodyPr lIns="0" rIns="0" tIns="0" bIns="0" anchor="t">
            <a:normAutofit/>
          </a:bodyPr>
          <a:p>
            <a:pPr marL="432000" indent="-324000">
              <a:spcBef>
                <a:spcPts val="1885"/>
              </a:spcBef>
              <a:buClr>
                <a:srgbClr val="000000"/>
              </a:buClr>
              <a:buSzPct val="45000"/>
              <a:buFont typeface="Wingdings" charset="2"/>
              <a:buChar char=""/>
            </a:pPr>
            <a:r>
              <a:rPr b="0" lang="en-US" sz="1870" spc="-1" strike="noStrike">
                <a:solidFill>
                  <a:srgbClr val="000000"/>
                </a:solidFill>
                <a:latin typeface="Arial"/>
              </a:rPr>
              <a:t>Click to edit the outline text format</a:t>
            </a:r>
            <a:endParaRPr b="0" lang="en-US" sz="1870" spc="-1" strike="noStrike">
              <a:solidFill>
                <a:srgbClr val="000000"/>
              </a:solidFill>
              <a:latin typeface="Arial"/>
            </a:endParaRPr>
          </a:p>
          <a:p>
            <a:pPr lvl="1" marL="864000" indent="-324000">
              <a:spcBef>
                <a:spcPts val="1508"/>
              </a:spcBef>
              <a:buClr>
                <a:srgbClr val="000000"/>
              </a:buClr>
              <a:buSzPct val="75000"/>
              <a:buFont typeface="Symbol" charset="2"/>
              <a:buChar char=""/>
            </a:pPr>
            <a:r>
              <a:rPr b="0" lang="en-US" sz="1870" spc="-1" strike="noStrike">
                <a:solidFill>
                  <a:srgbClr val="000000"/>
                </a:solidFill>
                <a:latin typeface="Arial"/>
              </a:rPr>
              <a:t>Second Outline Level</a:t>
            </a:r>
            <a:endParaRPr b="0" lang="en-US" sz="1870" spc="-1" strike="noStrike">
              <a:solidFill>
                <a:srgbClr val="000000"/>
              </a:solidFill>
              <a:latin typeface="Arial"/>
            </a:endParaRPr>
          </a:p>
          <a:p>
            <a:pPr lvl="2" marL="1296000" indent="-288000">
              <a:spcBef>
                <a:spcPts val="1131"/>
              </a:spcBef>
              <a:buClr>
                <a:srgbClr val="000000"/>
              </a:buClr>
              <a:buSzPct val="45000"/>
              <a:buFont typeface="Wingdings" charset="2"/>
              <a:buChar char=""/>
            </a:pPr>
            <a:r>
              <a:rPr b="0" lang="en-US" sz="1870" spc="-1" strike="noStrike">
                <a:solidFill>
                  <a:srgbClr val="000000"/>
                </a:solidFill>
                <a:latin typeface="Arial"/>
              </a:rPr>
              <a:t>Third Outline Level</a:t>
            </a:r>
            <a:endParaRPr b="0" lang="en-US" sz="1870" spc="-1" strike="noStrike">
              <a:solidFill>
                <a:srgbClr val="000000"/>
              </a:solidFill>
              <a:latin typeface="Arial"/>
            </a:endParaRPr>
          </a:p>
          <a:p>
            <a:pPr lvl="3" marL="1728000" indent="-216000">
              <a:spcBef>
                <a:spcPts val="754"/>
              </a:spcBef>
              <a:buClr>
                <a:srgbClr val="000000"/>
              </a:buClr>
              <a:buSzPct val="75000"/>
              <a:buFont typeface="Symbol" charset="2"/>
              <a:buChar char=""/>
            </a:pPr>
            <a:r>
              <a:rPr b="0" lang="en-US" sz="1870" spc="-1" strike="noStrike">
                <a:solidFill>
                  <a:srgbClr val="000000"/>
                </a:solidFill>
                <a:latin typeface="Arial"/>
              </a:rPr>
              <a:t>Fourth Outline Level</a:t>
            </a:r>
            <a:endParaRPr b="0" lang="en-US" sz="1870" spc="-1" strike="noStrike">
              <a:solidFill>
                <a:srgbClr val="000000"/>
              </a:solidFill>
              <a:latin typeface="Arial"/>
            </a:endParaRPr>
          </a:p>
          <a:p>
            <a:pPr lvl="4" marL="2160000" indent="-216000">
              <a:spcBef>
                <a:spcPts val="377"/>
              </a:spcBef>
              <a:buClr>
                <a:srgbClr val="000000"/>
              </a:buClr>
              <a:buSzPct val="45000"/>
              <a:buFont typeface="Wingdings" charset="2"/>
              <a:buChar char=""/>
            </a:pPr>
            <a:r>
              <a:rPr b="0" lang="en-US" sz="2670" spc="-1" strike="noStrike">
                <a:solidFill>
                  <a:srgbClr val="000000"/>
                </a:solidFill>
                <a:latin typeface="Arial"/>
              </a:rPr>
              <a:t>Fifth Outline Level</a:t>
            </a:r>
            <a:endParaRPr b="0" lang="en-US" sz="2670" spc="-1" strike="noStrike">
              <a:solidFill>
                <a:srgbClr val="000000"/>
              </a:solidFill>
              <a:latin typeface="Arial"/>
            </a:endParaRPr>
          </a:p>
          <a:p>
            <a:pPr lvl="5" marL="2592000" indent="-216000">
              <a:spcBef>
                <a:spcPts val="377"/>
              </a:spcBef>
              <a:buClr>
                <a:srgbClr val="000000"/>
              </a:buClr>
              <a:buSzPct val="45000"/>
              <a:buFont typeface="Wingdings" charset="2"/>
              <a:buChar char=""/>
            </a:pPr>
            <a:r>
              <a:rPr b="0" lang="en-US" sz="2670" spc="-1" strike="noStrike">
                <a:solidFill>
                  <a:srgbClr val="000000"/>
                </a:solidFill>
                <a:latin typeface="Arial"/>
              </a:rPr>
              <a:t>Sixth Outline Level</a:t>
            </a:r>
            <a:endParaRPr b="0" lang="en-US" sz="2670" spc="-1" strike="noStrike">
              <a:solidFill>
                <a:srgbClr val="000000"/>
              </a:solidFill>
              <a:latin typeface="Arial"/>
            </a:endParaRPr>
          </a:p>
          <a:p>
            <a:pPr lvl="6" marL="3024000" indent="-216000">
              <a:spcBef>
                <a:spcPts val="377"/>
              </a:spcBef>
              <a:buClr>
                <a:srgbClr val="000000"/>
              </a:buClr>
              <a:buSzPct val="45000"/>
              <a:buFont typeface="Wingdings" charset="2"/>
              <a:buChar char=""/>
            </a:pPr>
            <a:r>
              <a:rPr b="0" lang="en-US" sz="2670" spc="-1" strike="noStrike">
                <a:solidFill>
                  <a:srgbClr val="000000"/>
                </a:solidFill>
                <a:latin typeface="Arial"/>
              </a:rPr>
              <a:t>Seventh Outline Level</a:t>
            </a:r>
            <a:endParaRPr b="0" lang="en-US" sz="267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 name="PlaceHolder 1"/>
          <p:cNvSpPr>
            <a:spLocks noGrp="1"/>
          </p:cNvSpPr>
          <p:nvPr>
            <p:ph type="ftr" idx="4"/>
          </p:nvPr>
        </p:nvSpPr>
        <p:spPr>
          <a:xfrm>
            <a:off x="3124080" y="6356160"/>
            <a:ext cx="2894760" cy="364320"/>
          </a:xfrm>
          <a:prstGeom prst="rect">
            <a:avLst/>
          </a:prstGeom>
          <a:noFill/>
          <a:ln w="0">
            <a:noFill/>
          </a:ln>
        </p:spPr>
        <p:txBody>
          <a:bodyPr lIns="68400" rIns="68400" tIns="34200" bIns="34200" anchor="ctr">
            <a:noAutofit/>
          </a:bodyPr>
          <a:lstStyle>
            <a:lvl1pPr algn="ctr">
              <a:buNone/>
              <a:defRPr b="0" lang="en-US" sz="1400" spc="-1" strike="noStrike">
                <a:latin typeface="Times New Roman"/>
              </a:defRPr>
            </a:lvl1pPr>
          </a:lstStyle>
          <a:p>
            <a:pPr algn="ctr">
              <a:buNone/>
            </a:pPr>
            <a:r>
              <a:rPr b="0" lang="en-US" sz="1400" spc="-1" strike="noStrike">
                <a:latin typeface="Times New Roman"/>
              </a:rPr>
              <a:t>&lt;footer&gt;</a:t>
            </a:r>
            <a:endParaRPr b="0" lang="en-US" sz="1400" spc="-1" strike="noStrike">
              <a:latin typeface="Times New Roman"/>
            </a:endParaRPr>
          </a:p>
        </p:txBody>
      </p:sp>
      <p:sp>
        <p:nvSpPr>
          <p:cNvPr id="42" name="PlaceHolder 2"/>
          <p:cNvSpPr>
            <a:spLocks noGrp="1"/>
          </p:cNvSpPr>
          <p:nvPr>
            <p:ph type="sldNum" idx="5"/>
          </p:nvPr>
        </p:nvSpPr>
        <p:spPr>
          <a:xfrm>
            <a:off x="6552720" y="6356160"/>
            <a:ext cx="2133000" cy="364320"/>
          </a:xfrm>
          <a:prstGeom prst="rect">
            <a:avLst/>
          </a:prstGeom>
          <a:noFill/>
          <a:ln w="0">
            <a:noFill/>
          </a:ln>
        </p:spPr>
        <p:txBody>
          <a:bodyPr lIns="68400" rIns="68400" tIns="34200" bIns="34200" anchor="ctr">
            <a:noAutofit/>
          </a:bodyPr>
          <a:lstStyle>
            <a:lvl1pPr algn="r">
              <a:lnSpc>
                <a:spcPct val="100000"/>
              </a:lnSpc>
              <a:buNone/>
              <a:tabLst>
                <a:tab algn="l" pos="0"/>
              </a:tabLst>
              <a:defRPr b="0" lang="es-419" sz="900" spc="-1" strike="noStrike">
                <a:solidFill>
                  <a:srgbClr val="888888"/>
                </a:solidFill>
                <a:latin typeface="Calibri"/>
                <a:ea typeface="Calibri"/>
              </a:defRPr>
            </a:lvl1pPr>
          </a:lstStyle>
          <a:p>
            <a:pPr algn="r">
              <a:lnSpc>
                <a:spcPct val="100000"/>
              </a:lnSpc>
              <a:buNone/>
              <a:tabLst>
                <a:tab algn="l" pos="0"/>
              </a:tabLst>
            </a:pPr>
            <a:fld id="{BA9A8D13-64F5-4D38-97BD-821811FF5AC8}" type="slidenum">
              <a:rPr b="0" lang="es-419" sz="900" spc="-1" strike="noStrike">
                <a:solidFill>
                  <a:srgbClr val="888888"/>
                </a:solidFill>
                <a:latin typeface="Calibri"/>
                <a:ea typeface="Calibri"/>
              </a:rPr>
              <a:t>&lt;number&gt;</a:t>
            </a:fld>
            <a:endParaRPr b="0" lang="en-US" sz="900" spc="-1" strike="noStrike">
              <a:latin typeface="Times New Roman"/>
            </a:endParaRPr>
          </a:p>
        </p:txBody>
      </p:sp>
      <p:sp>
        <p:nvSpPr>
          <p:cNvPr id="43" name="PlaceHolder 3"/>
          <p:cNvSpPr>
            <a:spLocks noGrp="1"/>
          </p:cNvSpPr>
          <p:nvPr>
            <p:ph type="dt" idx="6"/>
          </p:nvPr>
        </p:nvSpPr>
        <p:spPr>
          <a:xfrm>
            <a:off x="457200" y="6356160"/>
            <a:ext cx="2133000" cy="364320"/>
          </a:xfrm>
          <a:prstGeom prst="rect">
            <a:avLst/>
          </a:prstGeom>
          <a:noFill/>
          <a:ln w="0">
            <a:noFill/>
          </a:ln>
        </p:spPr>
        <p:txBody>
          <a:bodyPr lIns="68400" rIns="68400" tIns="34200" bIns="34200" anchor="ctr">
            <a:noAutofit/>
          </a:bodyPr>
          <a:lstStyle>
            <a:lvl1pPr>
              <a:defRPr b="0" lang="en-US" sz="1400" spc="-1" strike="noStrike">
                <a:latin typeface="Times New Roman"/>
              </a:defRPr>
            </a:lvl1pPr>
          </a:lstStyle>
          <a:p>
            <a:r>
              <a:rPr b="0" lang="en-US" sz="1400" spc="-1" strike="noStrike">
                <a:latin typeface="Times New Roman"/>
              </a:rPr>
              <a:t>&lt;date/time&gt;</a:t>
            </a:r>
            <a:endParaRPr b="0" lang="en-US" sz="1400" spc="-1" strike="noStrike">
              <a:latin typeface="Times New Roman"/>
            </a:endParaRPr>
          </a:p>
        </p:txBody>
      </p:sp>
      <p:sp>
        <p:nvSpPr>
          <p:cNvPr id="44" name="PlaceHolder 4"/>
          <p:cNvSpPr>
            <a:spLocks noGrp="1"/>
          </p:cNvSpPr>
          <p:nvPr>
            <p:ph type="title"/>
          </p:nvPr>
        </p:nvSpPr>
        <p:spPr>
          <a:xfrm>
            <a:off x="609480" y="273240"/>
            <a:ext cx="10972080" cy="1144800"/>
          </a:xfrm>
          <a:prstGeom prst="rect">
            <a:avLst/>
          </a:prstGeom>
          <a:noFill/>
          <a:ln w="0">
            <a:noFill/>
          </a:ln>
        </p:spPr>
        <p:txBody>
          <a:bodyPr lIns="0" rIns="0" tIns="0" bIns="0" anchor="ctr">
            <a:noAutofit/>
          </a:bodyPr>
          <a:p>
            <a:r>
              <a:rPr b="0" lang="en-US" sz="1870" spc="-1" strike="noStrike">
                <a:solidFill>
                  <a:srgbClr val="000000"/>
                </a:solidFill>
                <a:latin typeface="Arial"/>
              </a:rPr>
              <a:t>Click to edit the title text format</a:t>
            </a:r>
            <a:endParaRPr b="0" lang="en-US" sz="1870" spc="-1" strike="noStrike">
              <a:solidFill>
                <a:srgbClr val="000000"/>
              </a:solidFill>
              <a:latin typeface="Arial"/>
            </a:endParaRPr>
          </a:p>
        </p:txBody>
      </p:sp>
      <p:sp>
        <p:nvSpPr>
          <p:cNvPr id="45" name="PlaceHolder 5"/>
          <p:cNvSpPr>
            <a:spLocks noGrp="1"/>
          </p:cNvSpPr>
          <p:nvPr>
            <p:ph type="body"/>
          </p:nvPr>
        </p:nvSpPr>
        <p:spPr>
          <a:xfrm>
            <a:off x="609480" y="1604520"/>
            <a:ext cx="10972080" cy="3977280"/>
          </a:xfrm>
          <a:prstGeom prst="rect">
            <a:avLst/>
          </a:prstGeom>
          <a:noFill/>
          <a:ln w="0">
            <a:noFill/>
          </a:ln>
        </p:spPr>
        <p:txBody>
          <a:bodyPr lIns="0" rIns="0" tIns="0" bIns="0" anchor="t">
            <a:normAutofit/>
          </a:bodyPr>
          <a:p>
            <a:pPr marL="432000" indent="-324000">
              <a:spcBef>
                <a:spcPts val="1885"/>
              </a:spcBef>
              <a:buClr>
                <a:srgbClr val="000000"/>
              </a:buClr>
              <a:buSzPct val="45000"/>
              <a:buFont typeface="Wingdings" charset="2"/>
              <a:buChar char=""/>
            </a:pPr>
            <a:r>
              <a:rPr b="0" lang="en-US" sz="1870" spc="-1" strike="noStrike">
                <a:solidFill>
                  <a:srgbClr val="000000"/>
                </a:solidFill>
                <a:latin typeface="Arial"/>
              </a:rPr>
              <a:t>Click to edit the outline text format</a:t>
            </a:r>
            <a:endParaRPr b="0" lang="en-US" sz="1870" spc="-1" strike="noStrike">
              <a:solidFill>
                <a:srgbClr val="000000"/>
              </a:solidFill>
              <a:latin typeface="Arial"/>
            </a:endParaRPr>
          </a:p>
          <a:p>
            <a:pPr lvl="1" marL="864000" indent="-324000">
              <a:spcBef>
                <a:spcPts val="1508"/>
              </a:spcBef>
              <a:buClr>
                <a:srgbClr val="000000"/>
              </a:buClr>
              <a:buSzPct val="75000"/>
              <a:buFont typeface="Symbol" charset="2"/>
              <a:buChar char=""/>
            </a:pPr>
            <a:r>
              <a:rPr b="0" lang="en-US" sz="1870" spc="-1" strike="noStrike">
                <a:solidFill>
                  <a:srgbClr val="000000"/>
                </a:solidFill>
                <a:latin typeface="Arial"/>
              </a:rPr>
              <a:t>Second Outline Level</a:t>
            </a:r>
            <a:endParaRPr b="0" lang="en-US" sz="1870" spc="-1" strike="noStrike">
              <a:solidFill>
                <a:srgbClr val="000000"/>
              </a:solidFill>
              <a:latin typeface="Arial"/>
            </a:endParaRPr>
          </a:p>
          <a:p>
            <a:pPr lvl="2" marL="1296000" indent="-288000">
              <a:spcBef>
                <a:spcPts val="1131"/>
              </a:spcBef>
              <a:buClr>
                <a:srgbClr val="000000"/>
              </a:buClr>
              <a:buSzPct val="45000"/>
              <a:buFont typeface="Wingdings" charset="2"/>
              <a:buChar char=""/>
            </a:pPr>
            <a:r>
              <a:rPr b="0" lang="en-US" sz="1870" spc="-1" strike="noStrike">
                <a:solidFill>
                  <a:srgbClr val="000000"/>
                </a:solidFill>
                <a:latin typeface="Arial"/>
              </a:rPr>
              <a:t>Third Outline Level</a:t>
            </a:r>
            <a:endParaRPr b="0" lang="en-US" sz="1870" spc="-1" strike="noStrike">
              <a:solidFill>
                <a:srgbClr val="000000"/>
              </a:solidFill>
              <a:latin typeface="Arial"/>
            </a:endParaRPr>
          </a:p>
          <a:p>
            <a:pPr lvl="3" marL="1728000" indent="-216000">
              <a:spcBef>
                <a:spcPts val="754"/>
              </a:spcBef>
              <a:buClr>
                <a:srgbClr val="000000"/>
              </a:buClr>
              <a:buSzPct val="75000"/>
              <a:buFont typeface="Symbol" charset="2"/>
              <a:buChar char=""/>
            </a:pPr>
            <a:r>
              <a:rPr b="0" lang="en-US" sz="1870" spc="-1" strike="noStrike">
                <a:solidFill>
                  <a:srgbClr val="000000"/>
                </a:solidFill>
                <a:latin typeface="Arial"/>
              </a:rPr>
              <a:t>Fourth Outline Level</a:t>
            </a:r>
            <a:endParaRPr b="0" lang="en-US" sz="1870" spc="-1" strike="noStrike">
              <a:solidFill>
                <a:srgbClr val="000000"/>
              </a:solidFill>
              <a:latin typeface="Arial"/>
            </a:endParaRPr>
          </a:p>
          <a:p>
            <a:pPr lvl="4" marL="2160000" indent="-216000">
              <a:spcBef>
                <a:spcPts val="377"/>
              </a:spcBef>
              <a:buClr>
                <a:srgbClr val="000000"/>
              </a:buClr>
              <a:buSzPct val="45000"/>
              <a:buFont typeface="Wingdings" charset="2"/>
              <a:buChar char=""/>
            </a:pPr>
            <a:r>
              <a:rPr b="0" lang="en-US" sz="2670" spc="-1" strike="noStrike">
                <a:solidFill>
                  <a:srgbClr val="000000"/>
                </a:solidFill>
                <a:latin typeface="Arial"/>
              </a:rPr>
              <a:t>Fifth Outline Level</a:t>
            </a:r>
            <a:endParaRPr b="0" lang="en-US" sz="2670" spc="-1" strike="noStrike">
              <a:solidFill>
                <a:srgbClr val="000000"/>
              </a:solidFill>
              <a:latin typeface="Arial"/>
            </a:endParaRPr>
          </a:p>
          <a:p>
            <a:pPr lvl="5" marL="2592000" indent="-216000">
              <a:spcBef>
                <a:spcPts val="377"/>
              </a:spcBef>
              <a:buClr>
                <a:srgbClr val="000000"/>
              </a:buClr>
              <a:buSzPct val="45000"/>
              <a:buFont typeface="Wingdings" charset="2"/>
              <a:buChar char=""/>
            </a:pPr>
            <a:r>
              <a:rPr b="0" lang="en-US" sz="2670" spc="-1" strike="noStrike">
                <a:solidFill>
                  <a:srgbClr val="000000"/>
                </a:solidFill>
                <a:latin typeface="Arial"/>
              </a:rPr>
              <a:t>Sixth Outline Level</a:t>
            </a:r>
            <a:endParaRPr b="0" lang="en-US" sz="2670" spc="-1" strike="noStrike">
              <a:solidFill>
                <a:srgbClr val="000000"/>
              </a:solidFill>
              <a:latin typeface="Arial"/>
            </a:endParaRPr>
          </a:p>
          <a:p>
            <a:pPr lvl="6" marL="3024000" indent="-216000">
              <a:spcBef>
                <a:spcPts val="377"/>
              </a:spcBef>
              <a:buClr>
                <a:srgbClr val="000000"/>
              </a:buClr>
              <a:buSzPct val="45000"/>
              <a:buFont typeface="Wingdings" charset="2"/>
              <a:buChar char=""/>
            </a:pPr>
            <a:r>
              <a:rPr b="0" lang="en-US" sz="2670" spc="-1" strike="noStrike">
                <a:solidFill>
                  <a:srgbClr val="000000"/>
                </a:solidFill>
                <a:latin typeface="Arial"/>
              </a:rPr>
              <a:t>Seventh Outline Level</a:t>
            </a:r>
            <a:endParaRPr b="0" lang="en-US" sz="267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2" name="PlaceHolder 1"/>
          <p:cNvSpPr>
            <a:spLocks noGrp="1"/>
          </p:cNvSpPr>
          <p:nvPr>
            <p:ph type="ftr" idx="7"/>
          </p:nvPr>
        </p:nvSpPr>
        <p:spPr>
          <a:xfrm>
            <a:off x="4165200" y="8474760"/>
            <a:ext cx="3859200" cy="485280"/>
          </a:xfrm>
          <a:prstGeom prst="rect">
            <a:avLst/>
          </a:prstGeom>
          <a:noFill/>
          <a:ln w="0">
            <a:noFill/>
          </a:ln>
        </p:spPr>
        <p:txBody>
          <a:bodyPr anchor="ctr">
            <a:noAutofit/>
          </a:bodyPr>
          <a:lstStyle>
            <a:lvl1pPr algn="ctr">
              <a:lnSpc>
                <a:spcPct val="100000"/>
              </a:lnSpc>
              <a:buNone/>
              <a:tabLst>
                <a:tab algn="l" pos="0"/>
              </a:tabLst>
              <a:defRPr b="0" lang="en-US" sz="1400" spc="-1" strike="noStrike">
                <a:solidFill>
                  <a:srgbClr val="000000"/>
                </a:solidFill>
                <a:latin typeface="Times New Roman"/>
              </a:defRPr>
            </a:lvl1pPr>
          </a:lstStyle>
          <a:p>
            <a:pPr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latin typeface="Times New Roman"/>
            </a:endParaRPr>
          </a:p>
        </p:txBody>
      </p:sp>
      <p:sp>
        <p:nvSpPr>
          <p:cNvPr id="83" name="PlaceHolder 2"/>
          <p:cNvSpPr>
            <a:spLocks noGrp="1"/>
          </p:cNvSpPr>
          <p:nvPr>
            <p:ph type="sldNum" idx="8"/>
          </p:nvPr>
        </p:nvSpPr>
        <p:spPr>
          <a:xfrm>
            <a:off x="8737200" y="8474760"/>
            <a:ext cx="2843640" cy="485280"/>
          </a:xfrm>
          <a:prstGeom prst="rect">
            <a:avLst/>
          </a:prstGeom>
          <a:noFill/>
          <a:ln w="0">
            <a:noFill/>
          </a:ln>
        </p:spPr>
        <p:txBody>
          <a:bodyPr anchor="ctr">
            <a:noAutofit/>
          </a:bodyPr>
          <a:lstStyle>
            <a:lvl1pPr algn="r">
              <a:lnSpc>
                <a:spcPct val="100000"/>
              </a:lnSpc>
              <a:buNone/>
              <a:tabLst>
                <a:tab algn="l" pos="0"/>
              </a:tabLst>
              <a:defRPr b="0" lang="en-US" sz="1200" spc="-1" strike="noStrike">
                <a:solidFill>
                  <a:srgbClr val="8b8b8b"/>
                </a:solidFill>
                <a:latin typeface="Calibri"/>
              </a:defRPr>
            </a:lvl1pPr>
          </a:lstStyle>
          <a:p>
            <a:pPr algn="r">
              <a:lnSpc>
                <a:spcPct val="100000"/>
              </a:lnSpc>
              <a:buNone/>
              <a:tabLst>
                <a:tab algn="l" pos="0"/>
              </a:tabLst>
            </a:pPr>
            <a:fld id="{2D5B40DC-B511-4A7C-8D4E-2D90D392794F}" type="slidenum">
              <a:rPr b="0" lang="en-US" sz="1200" spc="-1" strike="noStrike">
                <a:solidFill>
                  <a:srgbClr val="8b8b8b"/>
                </a:solidFill>
                <a:latin typeface="Calibri"/>
              </a:rPr>
              <a:t>&lt;number&gt;</a:t>
            </a:fld>
            <a:endParaRPr b="0" lang="en-US" sz="1200" spc="-1" strike="noStrike">
              <a:latin typeface="Times New Roman"/>
            </a:endParaRPr>
          </a:p>
        </p:txBody>
      </p:sp>
      <p:sp>
        <p:nvSpPr>
          <p:cNvPr id="84" name="PlaceHolder 3"/>
          <p:cNvSpPr>
            <a:spLocks noGrp="1"/>
          </p:cNvSpPr>
          <p:nvPr>
            <p:ph type="dt" idx="9"/>
          </p:nvPr>
        </p:nvSpPr>
        <p:spPr>
          <a:xfrm>
            <a:off x="609480" y="8474760"/>
            <a:ext cx="2843640" cy="485280"/>
          </a:xfrm>
          <a:prstGeom prst="rect">
            <a:avLst/>
          </a:prstGeom>
          <a:noFill/>
          <a:ln w="0">
            <a:noFill/>
          </a:ln>
        </p:spPr>
        <p:txBody>
          <a:bodyPr anchor="ctr">
            <a:noAutofit/>
          </a:bodyPr>
          <a:lstStyle>
            <a:lvl1pPr>
              <a:defRPr b="0" lang="en-US" sz="1400" spc="-1" strike="noStrike">
                <a:latin typeface="Times New Roman"/>
              </a:defRPr>
            </a:lvl1pPr>
          </a:lstStyle>
          <a:p>
            <a:r>
              <a:rPr b="0" lang="en-US" sz="1400" spc="-1" strike="noStrike">
                <a:latin typeface="Times New Roman"/>
              </a:rPr>
              <a:t>&lt;date/time&gt;</a:t>
            </a:r>
            <a:endParaRPr b="0" lang="en-US" sz="1400" spc="-1" strike="noStrike">
              <a:latin typeface="Times New Roman"/>
            </a:endParaRPr>
          </a:p>
        </p:txBody>
      </p:sp>
      <p:sp>
        <p:nvSpPr>
          <p:cNvPr id="85" name="PlaceHolder 4"/>
          <p:cNvSpPr>
            <a:spLocks noGrp="1"/>
          </p:cNvSpPr>
          <p:nvPr>
            <p:ph type="title"/>
          </p:nvPr>
        </p:nvSpPr>
        <p:spPr>
          <a:xfrm>
            <a:off x="812520" y="364680"/>
            <a:ext cx="14629680" cy="1526400"/>
          </a:xfrm>
          <a:prstGeom prst="rect">
            <a:avLst/>
          </a:prstGeom>
          <a:noFill/>
          <a:ln w="0">
            <a:noFill/>
          </a:ln>
        </p:spPr>
        <p:txBody>
          <a:bodyPr lIns="0" rIns="0" tIns="0" bIns="0" anchor="ctr">
            <a:noAutofit/>
          </a:bodyPr>
          <a:p>
            <a:r>
              <a:rPr b="0" lang="en-US" sz="2400" spc="-1" strike="noStrike">
                <a:solidFill>
                  <a:srgbClr val="000000"/>
                </a:solidFill>
                <a:latin typeface="Calibri"/>
              </a:rPr>
              <a:t>Click to edit the </a:t>
            </a:r>
            <a:r>
              <a:rPr b="0" lang="en-US" sz="2400" spc="-1" strike="noStrike">
                <a:solidFill>
                  <a:srgbClr val="000000"/>
                </a:solidFill>
                <a:latin typeface="Calibri"/>
              </a:rPr>
              <a:t>title text format</a:t>
            </a:r>
            <a:endParaRPr b="0" lang="en-US" sz="2400" spc="-1" strike="noStrike">
              <a:solidFill>
                <a:srgbClr val="000000"/>
              </a:solidFill>
              <a:latin typeface="Calibri"/>
            </a:endParaRPr>
          </a:p>
        </p:txBody>
      </p:sp>
      <p:sp>
        <p:nvSpPr>
          <p:cNvPr id="86" name="PlaceHolder 5"/>
          <p:cNvSpPr>
            <a:spLocks noGrp="1"/>
          </p:cNvSpPr>
          <p:nvPr>
            <p:ph type="body"/>
          </p:nvPr>
        </p:nvSpPr>
        <p:spPr>
          <a:xfrm>
            <a:off x="812520" y="2139120"/>
            <a:ext cx="14629680" cy="5302800"/>
          </a:xfrm>
          <a:prstGeom prst="rect">
            <a:avLst/>
          </a:prstGeom>
          <a:noFill/>
          <a:ln w="0">
            <a:noFill/>
          </a:ln>
        </p:spPr>
        <p:txBody>
          <a:bodyPr lIns="0" rIns="0" tIns="0" bIns="0" anchor="t">
            <a:normAutofit/>
          </a:bodyPr>
          <a:p>
            <a:pPr marL="432000" indent="-324000">
              <a:lnSpc>
                <a:spcPct val="90000"/>
              </a:lnSpc>
              <a:spcBef>
                <a:spcPts val="1888"/>
              </a:spcBef>
              <a:buClr>
                <a:srgbClr val="000000"/>
              </a:buClr>
              <a:buSzPct val="45000"/>
              <a:buFont typeface="Wingdings" charset="2"/>
              <a:buChar char=""/>
            </a:pPr>
            <a:r>
              <a:rPr b="0" lang="en-US" sz="3730" spc="-1" strike="noStrike">
                <a:solidFill>
                  <a:srgbClr val="000000"/>
                </a:solidFill>
                <a:latin typeface="Calibri"/>
              </a:rPr>
              <a:t>Click to edit the outline text format</a:t>
            </a:r>
            <a:endParaRPr b="0" lang="en-US" sz="3730" spc="-1" strike="noStrike">
              <a:solidFill>
                <a:srgbClr val="000000"/>
              </a:solidFill>
              <a:latin typeface="Calibri"/>
            </a:endParaRPr>
          </a:p>
          <a:p>
            <a:pPr lvl="1" marL="864000" indent="-324000">
              <a:lnSpc>
                <a:spcPct val="90000"/>
              </a:lnSpc>
              <a:spcBef>
                <a:spcPts val="1511"/>
              </a:spcBef>
              <a:buClr>
                <a:srgbClr val="000000"/>
              </a:buClr>
              <a:buSzPct val="75000"/>
              <a:buFont typeface="Symbol" charset="2"/>
              <a:buChar char=""/>
            </a:pPr>
            <a:r>
              <a:rPr b="0" lang="en-US" sz="2670" spc="-1" strike="noStrike">
                <a:solidFill>
                  <a:srgbClr val="000000"/>
                </a:solidFill>
                <a:latin typeface="Calibri"/>
              </a:rPr>
              <a:t>Second Outline Level</a:t>
            </a:r>
            <a:endParaRPr b="0" lang="en-US" sz="2670" spc="-1" strike="noStrike">
              <a:solidFill>
                <a:srgbClr val="000000"/>
              </a:solidFill>
              <a:latin typeface="Calibri"/>
            </a:endParaRPr>
          </a:p>
          <a:p>
            <a:pPr lvl="2" marL="1296000" indent="-288000">
              <a:lnSpc>
                <a:spcPct val="90000"/>
              </a:lnSpc>
              <a:spcBef>
                <a:spcPts val="1131"/>
              </a:spcBef>
              <a:buClr>
                <a:srgbClr val="000000"/>
              </a:buClr>
              <a:buSzPct val="45000"/>
              <a:buFont typeface="Wingdings" charset="2"/>
              <a:buChar char=""/>
            </a:pPr>
            <a:r>
              <a:rPr b="0" lang="en-US" sz="2400" spc="-1" strike="noStrike">
                <a:solidFill>
                  <a:srgbClr val="000000"/>
                </a:solidFill>
                <a:latin typeface="Calibri"/>
              </a:rPr>
              <a:t>Third Outline Level</a:t>
            </a:r>
            <a:endParaRPr b="0" lang="en-US" sz="2400" spc="-1" strike="noStrike">
              <a:solidFill>
                <a:srgbClr val="000000"/>
              </a:solidFill>
              <a:latin typeface="Calibri"/>
            </a:endParaRPr>
          </a:p>
          <a:p>
            <a:pPr lvl="3" marL="1728000" indent="-216000">
              <a:lnSpc>
                <a:spcPct val="90000"/>
              </a:lnSpc>
              <a:spcBef>
                <a:spcPts val="754"/>
              </a:spcBef>
              <a:buClr>
                <a:srgbClr val="000000"/>
              </a:buClr>
              <a:buSzPct val="75000"/>
              <a:buFont typeface="Symbol" charset="2"/>
              <a:buChar char=""/>
            </a:pPr>
            <a:r>
              <a:rPr b="0" lang="en-US" sz="2400" spc="-1" strike="noStrike">
                <a:solidFill>
                  <a:srgbClr val="000000"/>
                </a:solidFill>
                <a:latin typeface="Calibri"/>
              </a:rPr>
              <a:t>Fourth Outline Level</a:t>
            </a:r>
            <a:endParaRPr b="0" lang="en-US" sz="2400" spc="-1" strike="noStrike">
              <a:solidFill>
                <a:srgbClr val="000000"/>
              </a:solidFill>
              <a:latin typeface="Calibri"/>
            </a:endParaRPr>
          </a:p>
          <a:p>
            <a:pPr lvl="4" marL="2160000" indent="-216000">
              <a:lnSpc>
                <a:spcPct val="90000"/>
              </a:lnSpc>
              <a:spcBef>
                <a:spcPts val="377"/>
              </a:spcBef>
              <a:buClr>
                <a:srgbClr val="000000"/>
              </a:buClr>
              <a:buSzPct val="45000"/>
              <a:buFont typeface="Wingdings" charset="2"/>
              <a:buChar char=""/>
            </a:pPr>
            <a:r>
              <a:rPr b="0" lang="en-US" sz="2670" spc="-1" strike="noStrike">
                <a:solidFill>
                  <a:srgbClr val="000000"/>
                </a:solidFill>
                <a:latin typeface="Calibri"/>
              </a:rPr>
              <a:t>Fifth Outline Level</a:t>
            </a:r>
            <a:endParaRPr b="0" lang="en-US" sz="2670" spc="-1" strike="noStrike">
              <a:solidFill>
                <a:srgbClr val="000000"/>
              </a:solidFill>
              <a:latin typeface="Calibri"/>
            </a:endParaRPr>
          </a:p>
          <a:p>
            <a:pPr lvl="5" marL="2592000" indent="-216000">
              <a:lnSpc>
                <a:spcPct val="90000"/>
              </a:lnSpc>
              <a:spcBef>
                <a:spcPts val="377"/>
              </a:spcBef>
              <a:buClr>
                <a:srgbClr val="000000"/>
              </a:buClr>
              <a:buSzPct val="45000"/>
              <a:buFont typeface="Wingdings" charset="2"/>
              <a:buChar char=""/>
            </a:pPr>
            <a:r>
              <a:rPr b="0" lang="en-US" sz="2670" spc="-1" strike="noStrike">
                <a:solidFill>
                  <a:srgbClr val="000000"/>
                </a:solidFill>
                <a:latin typeface="Calibri"/>
              </a:rPr>
              <a:t>Sixth Outline Level</a:t>
            </a:r>
            <a:endParaRPr b="0" lang="en-US" sz="2670" spc="-1" strike="noStrike">
              <a:solidFill>
                <a:srgbClr val="000000"/>
              </a:solidFill>
              <a:latin typeface="Calibri"/>
            </a:endParaRPr>
          </a:p>
          <a:p>
            <a:pPr lvl="6" marL="3024000" indent="-216000">
              <a:lnSpc>
                <a:spcPct val="90000"/>
              </a:lnSpc>
              <a:spcBef>
                <a:spcPts val="377"/>
              </a:spcBef>
              <a:buClr>
                <a:srgbClr val="000000"/>
              </a:buClr>
              <a:buSzPct val="45000"/>
              <a:buFont typeface="Wingdings" charset="2"/>
              <a:buChar char=""/>
            </a:pPr>
            <a:r>
              <a:rPr b="0" lang="en-US" sz="2670" spc="-1" strike="noStrike">
                <a:solidFill>
                  <a:srgbClr val="000000"/>
                </a:solidFill>
                <a:latin typeface="Calibri"/>
              </a:rPr>
              <a:t>Seventh Outline Level</a:t>
            </a:r>
            <a:endParaRPr b="0" lang="en-US" sz="2670" spc="-1" strike="noStrike">
              <a:solidFill>
                <a:srgbClr val="000000"/>
              </a:solidFill>
              <a:latin typeface="Calibri"/>
            </a:endParaRPr>
          </a:p>
        </p:txBody>
      </p:sp>
    </p:spTree>
  </p:cSld>
  <p:clrMap bg1="lt1" bg2="lt2" tx1="dk1" tx2="dk2" accent1="accent1" accent2="accent2" accent3="accent3" accent4="accent4" accent5="accent5" accent6="accent6" hlink="hlink" folHlink="folHlink"/>
  <p:sldLayoutIdLst>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jpeg"/><Relationship Id="rId6" Type="http://schemas.openxmlformats.org/officeDocument/2006/relationships/image" Target="../media/image7.jpeg"/><Relationship Id="rId7" Type="http://schemas.openxmlformats.org/officeDocument/2006/relationships/image" Target="../media/image8.png"/><Relationship Id="rId8" Type="http://schemas.openxmlformats.org/officeDocument/2006/relationships/image" Target="../media/image9.jpeg"/><Relationship Id="rId9" Type="http://schemas.openxmlformats.org/officeDocument/2006/relationships/slideLayout" Target="../slideLayouts/slideLayout13.xml"/><Relationship Id="rId10"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image" Target="../media/image18.jpeg"/><Relationship Id="rId2"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129" name="Google Shape;74;p17"/>
          <p:cNvSpPr/>
          <p:nvPr/>
        </p:nvSpPr>
        <p:spPr>
          <a:xfrm>
            <a:off x="0" y="2559960"/>
            <a:ext cx="12190320" cy="4932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130" name="Google Shape;75;p17"/>
          <p:cNvSpPr/>
          <p:nvPr/>
        </p:nvSpPr>
        <p:spPr>
          <a:xfrm>
            <a:off x="914040" y="914040"/>
            <a:ext cx="10331280" cy="182664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s-419" sz="2900" spc="-1" strike="noStrike">
                <a:solidFill>
                  <a:srgbClr val="ffffff"/>
                </a:solidFill>
                <a:latin typeface="Arial"/>
                <a:ea typeface="Arial"/>
              </a:rPr>
              <a:t>Exploring Large Language Models</a:t>
            </a:r>
            <a:br>
              <a:rPr sz="2900"/>
            </a:br>
            <a:r>
              <a:rPr b="1" lang="es-419" sz="2900" spc="-1" strike="noStrike">
                <a:solidFill>
                  <a:srgbClr val="ffffff"/>
                </a:solidFill>
                <a:latin typeface="Arial"/>
                <a:ea typeface="Arial"/>
              </a:rPr>
              <a:t>for Direct Trajectory Generation</a:t>
            </a:r>
            <a:br>
              <a:rPr sz="2900"/>
            </a:br>
            <a:r>
              <a:rPr b="1" lang="es-419" sz="2900" spc="-1" strike="noStrike">
                <a:solidFill>
                  <a:srgbClr val="ffffff"/>
                </a:solidFill>
                <a:latin typeface="Arial"/>
                <a:ea typeface="Arial"/>
              </a:rPr>
              <a:t>in Robotic Manipulation</a:t>
            </a:r>
            <a:endParaRPr b="0" lang="en-US" sz="2900" spc="-1" strike="noStrike">
              <a:latin typeface="Arial"/>
            </a:endParaRPr>
          </a:p>
        </p:txBody>
      </p:sp>
      <p:sp>
        <p:nvSpPr>
          <p:cNvPr id="131" name="Google Shape;76;p17"/>
          <p:cNvSpPr/>
          <p:nvPr/>
        </p:nvSpPr>
        <p:spPr>
          <a:xfrm>
            <a:off x="914040" y="3017520"/>
            <a:ext cx="10331280" cy="42444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s-419" sz="1700" spc="-1" strike="noStrike">
                <a:solidFill>
                  <a:srgbClr val="d1d5db"/>
                </a:solidFill>
                <a:latin typeface="Arial"/>
                <a:ea typeface="Arial"/>
              </a:rPr>
              <a:t>LLM-Driven Zero-Shot Pick-and-Place with the Sawyer Robot</a:t>
            </a:r>
            <a:endParaRPr b="0" lang="en-US" sz="1700" spc="-1" strike="noStrike">
              <a:latin typeface="Arial"/>
            </a:endParaRPr>
          </a:p>
        </p:txBody>
      </p:sp>
      <p:sp>
        <p:nvSpPr>
          <p:cNvPr id="132" name="Google Shape;77;p17"/>
          <p:cNvSpPr/>
          <p:nvPr/>
        </p:nvSpPr>
        <p:spPr>
          <a:xfrm>
            <a:off x="914040" y="4388760"/>
            <a:ext cx="10331280" cy="36360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s-419" sz="1400" spc="-1" strike="noStrike">
                <a:solidFill>
                  <a:srgbClr val="9ca3af"/>
                </a:solidFill>
                <a:latin typeface="Arial"/>
                <a:ea typeface="Arial"/>
              </a:rPr>
              <a:t>Jun  ·  Sergio  ·  David  ·  Cadavid  ·  Jossua Ruiz</a:t>
            </a:r>
            <a:endParaRPr b="0" lang="en-US" sz="1400" spc="-1" strike="noStrike">
              <a:latin typeface="Arial"/>
            </a:endParaRPr>
          </a:p>
        </p:txBody>
      </p:sp>
      <p:sp>
        <p:nvSpPr>
          <p:cNvPr id="133" name="Google Shape;78;p17"/>
          <p:cNvSpPr/>
          <p:nvPr/>
        </p:nvSpPr>
        <p:spPr>
          <a:xfrm>
            <a:off x="914040" y="4937400"/>
            <a:ext cx="10331280" cy="33300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s-419" sz="1200" spc="-1" strike="noStrike">
                <a:solidFill>
                  <a:srgbClr val="9ca3af"/>
                </a:solidFill>
                <a:latin typeface="Arial"/>
                <a:ea typeface="Arial"/>
              </a:rPr>
              <a:t>Robotics — Politecnico di Torino</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134" name="Google Shape;83;p18"/>
          <p:cNvSpPr/>
          <p:nvPr/>
        </p:nvSpPr>
        <p:spPr>
          <a:xfrm>
            <a:off x="731160" y="320040"/>
            <a:ext cx="1005732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s-419" sz="2300" spc="-1" strike="noStrike">
                <a:solidFill>
                  <a:srgbClr val="ffffff"/>
                </a:solidFill>
                <a:latin typeface="Arial"/>
                <a:ea typeface="Arial"/>
              </a:rPr>
              <a:t>Why Large Language Models for Robotics?</a:t>
            </a:r>
            <a:endParaRPr b="0" lang="en-US" sz="2300" spc="-1" strike="noStrike">
              <a:latin typeface="Arial"/>
            </a:endParaRPr>
          </a:p>
        </p:txBody>
      </p:sp>
      <p:sp>
        <p:nvSpPr>
          <p:cNvPr id="135" name="Google Shape;84;p18"/>
          <p:cNvSpPr/>
          <p:nvPr/>
        </p:nvSpPr>
        <p:spPr>
          <a:xfrm>
            <a:off x="731160" y="914040"/>
            <a:ext cx="2284920" cy="3708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136" name="Google Shape;85;p18"/>
          <p:cNvSpPr/>
          <p:nvPr/>
        </p:nvSpPr>
        <p:spPr>
          <a:xfrm>
            <a:off x="914040" y="1279800"/>
            <a:ext cx="10514160" cy="77544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s-419" sz="1300" spc="-1" strike="noStrike">
                <a:solidFill>
                  <a:srgbClr val="d1d5db"/>
                </a:solidFill>
                <a:latin typeface="Arial"/>
                <a:ea typeface="Arial"/>
              </a:rPr>
              <a:t>Traditional robotic manipulation relies on hand-crafted trajectories: a programmer must explicitly define every waypoint, every gripper angle, every timing parameter. This process is slow, error-prone, and breaks whenever the environment changes.</a:t>
            </a:r>
            <a:endParaRPr b="0" lang="en-US" sz="1300" spc="-1" strike="noStrike">
              <a:latin typeface="Arial"/>
            </a:endParaRPr>
          </a:p>
        </p:txBody>
      </p:sp>
      <p:sp>
        <p:nvSpPr>
          <p:cNvPr id="137" name="Google Shape;86;p18"/>
          <p:cNvSpPr/>
          <p:nvPr/>
        </p:nvSpPr>
        <p:spPr>
          <a:xfrm>
            <a:off x="914040" y="2162160"/>
            <a:ext cx="1051416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s-419" sz="1300" spc="-1" strike="noStrike">
                <a:solidFill>
                  <a:srgbClr val="d1d5db"/>
                </a:solidFill>
                <a:latin typeface="Arial"/>
                <a:ea typeface="Arial"/>
              </a:rPr>
              <a:t>Recent work (Kwon et al., Liang et al., Vemprala et al.) has shown AI capable of generate robot code from natural language</a:t>
            </a:r>
            <a:endParaRPr b="0" lang="en-US" sz="1300" spc="-1" strike="noStrike">
              <a:latin typeface="Arial"/>
            </a:endParaRPr>
          </a:p>
        </p:txBody>
      </p:sp>
      <p:sp>
        <p:nvSpPr>
          <p:cNvPr id="138" name="Google Shape;87;p18"/>
          <p:cNvSpPr/>
          <p:nvPr/>
        </p:nvSpPr>
        <p:spPr>
          <a:xfrm>
            <a:off x="914040" y="2815560"/>
            <a:ext cx="10514160" cy="93420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s-419" sz="1300" spc="-1" strike="noStrike">
                <a:solidFill>
                  <a:srgbClr val="d1d5db"/>
                </a:solidFill>
                <a:latin typeface="Arial"/>
                <a:ea typeface="Arial"/>
              </a:rPr>
              <a:t>Instead of predicting joint angles or torques, these models generate Python code that calls robotics libraries (IK solvers, motion planners, perception pipelines). This makes the output interpretable, debuggable, and safe.</a:t>
            </a:r>
            <a:endParaRPr b="0" lang="en-US" sz="1300" spc="-1" strike="noStrike">
              <a:latin typeface="Arial"/>
            </a:endParaRPr>
          </a:p>
        </p:txBody>
      </p:sp>
      <p:sp>
        <p:nvSpPr>
          <p:cNvPr id="139" name="Google Shape;88;p18"/>
          <p:cNvSpPr/>
          <p:nvPr/>
        </p:nvSpPr>
        <p:spPr>
          <a:xfrm>
            <a:off x="914040" y="4098240"/>
            <a:ext cx="1051416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s-419" sz="1300" spc="-1" strike="noStrike">
                <a:solidFill>
                  <a:srgbClr val="d1d5db"/>
                </a:solidFill>
                <a:latin typeface="Arial"/>
                <a:ea typeface="Arial"/>
              </a:rPr>
              <a:t>Our goal: apply this paradigm to a Sawyer robot in simulation, using a locally-run LLM (Qwen2.5-Coder 3B) to generate pick-and-place trajectories from user-provided natural language instructions.</a:t>
            </a:r>
            <a:endParaRPr b="0" lang="en-US" sz="1300" spc="-1" strike="noStrike">
              <a:latin typeface="Arial"/>
            </a:endParaRPr>
          </a:p>
        </p:txBody>
      </p:sp>
      <p:sp>
        <p:nvSpPr>
          <p:cNvPr id="140" name="Google Shape;89;p18"/>
          <p:cNvSpPr/>
          <p:nvPr/>
        </p:nvSpPr>
        <p:spPr>
          <a:xfrm>
            <a:off x="731160" y="6034680"/>
            <a:ext cx="10057320" cy="27216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s-419" sz="900" spc="-1" strike="noStrike">
                <a:solidFill>
                  <a:srgbClr val="9ca3af"/>
                </a:solidFill>
                <a:latin typeface="Arial"/>
                <a:ea typeface="Arial"/>
              </a:rPr>
              <a:t>Key insight: the LLM acts as a code generator, not a motion predictor — it writes programs, not trajectories.</a:t>
            </a:r>
            <a:endParaRPr b="0" lang="en-US" sz="9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141" name="Google Shape;94;p19"/>
          <p:cNvSpPr/>
          <p:nvPr/>
        </p:nvSpPr>
        <p:spPr>
          <a:xfrm>
            <a:off x="731160" y="320040"/>
            <a:ext cx="1005732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s-419" sz="2300" spc="-1" strike="noStrike">
                <a:solidFill>
                  <a:srgbClr val="ffffff"/>
                </a:solidFill>
                <a:latin typeface="Arial"/>
                <a:ea typeface="Arial"/>
              </a:rPr>
              <a:t>System Architecture</a:t>
            </a:r>
            <a:endParaRPr b="0" lang="en-US" sz="2300" spc="-1" strike="noStrike">
              <a:latin typeface="Arial"/>
            </a:endParaRPr>
          </a:p>
        </p:txBody>
      </p:sp>
      <p:sp>
        <p:nvSpPr>
          <p:cNvPr id="142" name="Google Shape;95;p19"/>
          <p:cNvSpPr/>
          <p:nvPr/>
        </p:nvSpPr>
        <p:spPr>
          <a:xfrm>
            <a:off x="731160" y="914040"/>
            <a:ext cx="2284920" cy="3708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143" name="Google Shape;96;p19"/>
          <p:cNvSpPr/>
          <p:nvPr/>
        </p:nvSpPr>
        <p:spPr>
          <a:xfrm>
            <a:off x="914040" y="1188720"/>
            <a:ext cx="10514160" cy="5767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s-419" sz="1200" spc="-1" strike="noStrike">
                <a:solidFill>
                  <a:srgbClr val="d1d5db"/>
                </a:solidFill>
                <a:latin typeface="Arial"/>
                <a:ea typeface="Arial"/>
              </a:rPr>
              <a:t>The system is divided into five sequential stages. Each stage produces the input for the next, forming a complete pipeline from user instruction to robotic action.</a:t>
            </a:r>
            <a:endParaRPr b="0" lang="en-US" sz="1200" spc="-1" strike="noStrike">
              <a:latin typeface="Arial"/>
            </a:endParaRPr>
          </a:p>
        </p:txBody>
      </p:sp>
      <p:sp>
        <p:nvSpPr>
          <p:cNvPr id="144" name="Google Shape;97;p19"/>
          <p:cNvSpPr/>
          <p:nvPr/>
        </p:nvSpPr>
        <p:spPr>
          <a:xfrm>
            <a:off x="548640" y="2377080"/>
            <a:ext cx="2027880" cy="1508040"/>
          </a:xfrm>
          <a:prstGeom prst="rect">
            <a:avLst/>
          </a:prstGeom>
          <a:solidFill>
            <a:srgbClr val="374151"/>
          </a:solidFill>
          <a:ln w="9525">
            <a:solidFill>
              <a:srgbClr val="6b7280"/>
            </a:solidFill>
            <a:round/>
          </a:ln>
          <a:effectLst>
            <a:outerShdw blurRad="39960" dir="5400000" dist="23040" rotWithShape="0">
              <a:srgbClr val="000000">
                <a:alpha val="35000"/>
              </a:srgbClr>
            </a:outerShdw>
          </a:effectLst>
        </p:spPr>
        <p:style>
          <a:lnRef idx="0"/>
          <a:fillRef idx="0"/>
          <a:effectRef idx="0"/>
          <a:fontRef idx="minor"/>
        </p:style>
      </p:sp>
      <p:sp>
        <p:nvSpPr>
          <p:cNvPr id="145" name="Google Shape;98;p19"/>
          <p:cNvSpPr/>
          <p:nvPr/>
        </p:nvSpPr>
        <p:spPr>
          <a:xfrm>
            <a:off x="645120" y="2502720"/>
            <a:ext cx="1834200" cy="30312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1" lang="es-419" sz="1100" spc="-1" strike="noStrike">
                <a:solidFill>
                  <a:srgbClr val="ffffff"/>
                </a:solidFill>
                <a:latin typeface="Arial"/>
                <a:ea typeface="Arial"/>
              </a:rPr>
              <a:t>SIMULATION</a:t>
            </a:r>
            <a:endParaRPr b="0" lang="en-US" sz="1100" spc="-1" strike="noStrike">
              <a:latin typeface="Arial"/>
            </a:endParaRPr>
          </a:p>
        </p:txBody>
      </p:sp>
      <p:sp>
        <p:nvSpPr>
          <p:cNvPr id="146" name="Google Shape;99;p19"/>
          <p:cNvSpPr/>
          <p:nvPr/>
        </p:nvSpPr>
        <p:spPr>
          <a:xfrm>
            <a:off x="645120" y="2943000"/>
            <a:ext cx="1834200" cy="59220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s-419" sz="800" spc="-1" strike="noStrike">
                <a:solidFill>
                  <a:srgbClr val="d1d5db"/>
                </a:solidFill>
                <a:latin typeface="Arial"/>
                <a:ea typeface="Arial"/>
              </a:rPr>
              <a:t>Gazebo + Sawyer</a:t>
            </a:r>
            <a:br>
              <a:rPr sz="800"/>
            </a:br>
            <a:r>
              <a:rPr b="0" lang="es-419" sz="800" spc="-1" strike="noStrike">
                <a:solidFill>
                  <a:srgbClr val="d1d5db"/>
                </a:solidFill>
                <a:latin typeface="Arial"/>
                <a:ea typeface="Arial"/>
              </a:rPr>
              <a:t>Objects spawning</a:t>
            </a:r>
            <a:br>
              <a:rPr sz="800"/>
            </a:br>
            <a:r>
              <a:rPr b="0" lang="es-419" sz="800" spc="-1" strike="noStrike">
                <a:solidFill>
                  <a:srgbClr val="d1d5db"/>
                </a:solidFill>
                <a:latin typeface="Arial"/>
                <a:ea typeface="Arial"/>
              </a:rPr>
              <a:t>Safe pose &amp; scan</a:t>
            </a:r>
            <a:endParaRPr b="0" lang="en-US" sz="800" spc="-1" strike="noStrike">
              <a:latin typeface="Arial"/>
            </a:endParaRPr>
          </a:p>
        </p:txBody>
      </p:sp>
      <p:sp>
        <p:nvSpPr>
          <p:cNvPr id="147" name="Google Shape;100;p19"/>
          <p:cNvSpPr/>
          <p:nvPr/>
        </p:nvSpPr>
        <p:spPr>
          <a:xfrm>
            <a:off x="2383920" y="2880720"/>
            <a:ext cx="578520" cy="51624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s-419" sz="2100" spc="-1" strike="noStrike">
                <a:solidFill>
                  <a:srgbClr val="6b7280"/>
                </a:solidFill>
                <a:latin typeface="Arial"/>
                <a:ea typeface="Arial"/>
              </a:rPr>
              <a:t>→</a:t>
            </a:r>
            <a:endParaRPr b="0" lang="en-US" sz="2100" spc="-1" strike="noStrike">
              <a:latin typeface="Arial"/>
            </a:endParaRPr>
          </a:p>
        </p:txBody>
      </p:sp>
      <p:sp>
        <p:nvSpPr>
          <p:cNvPr id="148" name="Google Shape;101;p19"/>
          <p:cNvSpPr/>
          <p:nvPr/>
        </p:nvSpPr>
        <p:spPr>
          <a:xfrm>
            <a:off x="2818800" y="2377080"/>
            <a:ext cx="2027880" cy="1508040"/>
          </a:xfrm>
          <a:prstGeom prst="rect">
            <a:avLst/>
          </a:prstGeom>
          <a:solidFill>
            <a:srgbClr val="374151"/>
          </a:solidFill>
          <a:ln w="9525">
            <a:solidFill>
              <a:srgbClr val="6b7280"/>
            </a:solidFill>
            <a:round/>
          </a:ln>
          <a:effectLst>
            <a:outerShdw blurRad="39960" dir="5400000" dist="23040" rotWithShape="0">
              <a:srgbClr val="000000">
                <a:alpha val="35000"/>
              </a:srgbClr>
            </a:outerShdw>
          </a:effectLst>
        </p:spPr>
        <p:style>
          <a:lnRef idx="0"/>
          <a:fillRef idx="0"/>
          <a:effectRef idx="0"/>
          <a:fontRef idx="minor"/>
        </p:style>
      </p:sp>
      <p:sp>
        <p:nvSpPr>
          <p:cNvPr id="149" name="Google Shape;102;p19"/>
          <p:cNvSpPr/>
          <p:nvPr/>
        </p:nvSpPr>
        <p:spPr>
          <a:xfrm>
            <a:off x="2915280" y="2502720"/>
            <a:ext cx="1834560" cy="30312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1" lang="es-419" sz="1100" spc="-1" strike="noStrike">
                <a:solidFill>
                  <a:srgbClr val="ffffff"/>
                </a:solidFill>
                <a:latin typeface="Arial"/>
                <a:ea typeface="Arial"/>
              </a:rPr>
              <a:t>PERCEPTION</a:t>
            </a:r>
            <a:endParaRPr b="0" lang="en-US" sz="1100" spc="-1" strike="noStrike">
              <a:latin typeface="Arial"/>
            </a:endParaRPr>
          </a:p>
        </p:txBody>
      </p:sp>
      <p:sp>
        <p:nvSpPr>
          <p:cNvPr id="150" name="Google Shape;103;p19"/>
          <p:cNvSpPr/>
          <p:nvPr/>
        </p:nvSpPr>
        <p:spPr>
          <a:xfrm>
            <a:off x="2915280" y="2943000"/>
            <a:ext cx="1834560" cy="59220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s-419" sz="800" spc="-1" strike="noStrike">
                <a:solidFill>
                  <a:srgbClr val="d1d5db"/>
                </a:solidFill>
                <a:latin typeface="Arial"/>
                <a:ea typeface="Arial"/>
              </a:rPr>
              <a:t>YOLOv8 detection</a:t>
            </a:r>
            <a:br>
              <a:rPr sz="800"/>
            </a:br>
            <a:r>
              <a:rPr b="0" lang="es-419" sz="800" spc="-1" strike="noStrike">
                <a:solidFill>
                  <a:srgbClr val="d1d5db"/>
                </a:solidFill>
                <a:latin typeface="Arial"/>
                <a:ea typeface="Arial"/>
              </a:rPr>
              <a:t>frame2world</a:t>
            </a:r>
            <a:br>
              <a:rPr sz="800"/>
            </a:br>
            <a:r>
              <a:rPr b="0" lang="es-419" sz="800" spc="-1" strike="noStrike">
                <a:solidFill>
                  <a:srgbClr val="d1d5db"/>
                </a:solidFill>
                <a:latin typeface="Arial"/>
                <a:ea typeface="Arial"/>
              </a:rPr>
              <a:t>2D → 3D coords</a:t>
            </a:r>
            <a:endParaRPr b="0" lang="en-US" sz="800" spc="-1" strike="noStrike">
              <a:latin typeface="Arial"/>
            </a:endParaRPr>
          </a:p>
        </p:txBody>
      </p:sp>
      <p:sp>
        <p:nvSpPr>
          <p:cNvPr id="151" name="Google Shape;104;p19"/>
          <p:cNvSpPr/>
          <p:nvPr/>
        </p:nvSpPr>
        <p:spPr>
          <a:xfrm>
            <a:off x="4654800" y="2880720"/>
            <a:ext cx="578520" cy="51624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s-419" sz="2100" spc="-1" strike="noStrike">
                <a:solidFill>
                  <a:srgbClr val="6b7280"/>
                </a:solidFill>
                <a:latin typeface="Arial"/>
                <a:ea typeface="Arial"/>
              </a:rPr>
              <a:t>→</a:t>
            </a:r>
            <a:endParaRPr b="0" lang="en-US" sz="2100" spc="-1" strike="noStrike">
              <a:latin typeface="Arial"/>
            </a:endParaRPr>
          </a:p>
        </p:txBody>
      </p:sp>
      <p:sp>
        <p:nvSpPr>
          <p:cNvPr id="152" name="Google Shape;105;p19"/>
          <p:cNvSpPr/>
          <p:nvPr/>
        </p:nvSpPr>
        <p:spPr>
          <a:xfrm>
            <a:off x="5089680" y="2377080"/>
            <a:ext cx="2026800" cy="1508040"/>
          </a:xfrm>
          <a:prstGeom prst="rect">
            <a:avLst/>
          </a:prstGeom>
          <a:solidFill>
            <a:srgbClr val="374151"/>
          </a:solidFill>
          <a:ln w="9525">
            <a:solidFill>
              <a:srgbClr val="6b7280"/>
            </a:solidFill>
            <a:round/>
          </a:ln>
          <a:effectLst>
            <a:outerShdw blurRad="39960" dir="5400000" dist="23040" rotWithShape="0">
              <a:srgbClr val="000000">
                <a:alpha val="35000"/>
              </a:srgbClr>
            </a:outerShdw>
          </a:effectLst>
        </p:spPr>
        <p:style>
          <a:lnRef idx="0"/>
          <a:fillRef idx="0"/>
          <a:effectRef idx="0"/>
          <a:fontRef idx="minor"/>
        </p:style>
      </p:sp>
      <p:sp>
        <p:nvSpPr>
          <p:cNvPr id="153" name="Google Shape;106;p19"/>
          <p:cNvSpPr/>
          <p:nvPr/>
        </p:nvSpPr>
        <p:spPr>
          <a:xfrm>
            <a:off x="5186160" y="2502720"/>
            <a:ext cx="1834200" cy="30312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1" lang="es-419" sz="1100" spc="-1" strike="noStrike">
                <a:solidFill>
                  <a:srgbClr val="ffffff"/>
                </a:solidFill>
                <a:latin typeface="Arial"/>
                <a:ea typeface="Arial"/>
              </a:rPr>
              <a:t>LLM</a:t>
            </a:r>
            <a:endParaRPr b="0" lang="en-US" sz="1100" spc="-1" strike="noStrike">
              <a:latin typeface="Arial"/>
            </a:endParaRPr>
          </a:p>
        </p:txBody>
      </p:sp>
      <p:sp>
        <p:nvSpPr>
          <p:cNvPr id="154" name="Google Shape;107;p19"/>
          <p:cNvSpPr/>
          <p:nvPr/>
        </p:nvSpPr>
        <p:spPr>
          <a:xfrm>
            <a:off x="5186160" y="2943000"/>
            <a:ext cx="1834200" cy="59220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s-419" sz="800" spc="-1" strike="noStrike">
                <a:solidFill>
                  <a:srgbClr val="d1d5db"/>
                </a:solidFill>
                <a:latin typeface="Arial"/>
                <a:ea typeface="Arial"/>
              </a:rPr>
              <a:t>System prompt</a:t>
            </a:r>
            <a:br>
              <a:rPr sz="800"/>
            </a:br>
            <a:r>
              <a:rPr b="0" lang="es-419" sz="800" spc="-1" strike="noStrike">
                <a:solidFill>
                  <a:srgbClr val="d1d5db"/>
                </a:solidFill>
                <a:latin typeface="Arial"/>
                <a:ea typeface="Arial"/>
              </a:rPr>
              <a:t>Qwen2.5-Coder</a:t>
            </a:r>
            <a:br>
              <a:rPr sz="800"/>
            </a:br>
            <a:r>
              <a:rPr b="0" lang="es-419" sz="800" spc="-1" strike="noStrike">
                <a:solidFill>
                  <a:srgbClr val="d1d5db"/>
                </a:solidFill>
                <a:latin typeface="Arial"/>
                <a:ea typeface="Arial"/>
              </a:rPr>
              <a:t>Code generation</a:t>
            </a:r>
            <a:endParaRPr b="0" lang="en-US" sz="800" spc="-1" strike="noStrike">
              <a:latin typeface="Arial"/>
            </a:endParaRPr>
          </a:p>
        </p:txBody>
      </p:sp>
      <p:sp>
        <p:nvSpPr>
          <p:cNvPr id="155" name="Google Shape;108;p19"/>
          <p:cNvSpPr/>
          <p:nvPr/>
        </p:nvSpPr>
        <p:spPr>
          <a:xfrm>
            <a:off x="6924600" y="2880720"/>
            <a:ext cx="578880" cy="516600"/>
          </a:xfrm>
          <a:prstGeom prst="rect">
            <a:avLst/>
          </a:prstGeom>
          <a:noFill/>
          <a:ln w="0">
            <a:noFill/>
          </a:ln>
        </p:spPr>
        <p:style>
          <a:lnRef idx="0"/>
          <a:fillRef idx="0"/>
          <a:effectRef idx="0"/>
          <a:fontRef idx="minor"/>
        </p:style>
      </p:sp>
      <p:sp>
        <p:nvSpPr>
          <p:cNvPr id="156" name="Google Shape;109;p19"/>
          <p:cNvSpPr/>
          <p:nvPr/>
        </p:nvSpPr>
        <p:spPr>
          <a:xfrm>
            <a:off x="2787120" y="4434480"/>
            <a:ext cx="2027880" cy="1508040"/>
          </a:xfrm>
          <a:prstGeom prst="rect">
            <a:avLst/>
          </a:prstGeom>
          <a:solidFill>
            <a:srgbClr val="374151"/>
          </a:solidFill>
          <a:ln w="9525">
            <a:solidFill>
              <a:srgbClr val="6b7280"/>
            </a:solidFill>
            <a:round/>
          </a:ln>
          <a:effectLst>
            <a:outerShdw blurRad="39960" dir="5400000" dist="23040" rotWithShape="0">
              <a:srgbClr val="000000">
                <a:alpha val="35000"/>
              </a:srgbClr>
            </a:outerShdw>
          </a:effectLst>
        </p:spPr>
        <p:style>
          <a:lnRef idx="0"/>
          <a:fillRef idx="0"/>
          <a:effectRef idx="0"/>
          <a:fontRef idx="minor"/>
        </p:style>
      </p:sp>
      <p:sp>
        <p:nvSpPr>
          <p:cNvPr id="157" name="Google Shape;110;p19"/>
          <p:cNvSpPr/>
          <p:nvPr/>
        </p:nvSpPr>
        <p:spPr>
          <a:xfrm>
            <a:off x="2883960" y="4560120"/>
            <a:ext cx="1834560" cy="30312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1" lang="es-419" sz="1100" spc="-1" strike="noStrike">
                <a:solidFill>
                  <a:srgbClr val="ffffff"/>
                </a:solidFill>
                <a:latin typeface="Arial"/>
                <a:ea typeface="Arial"/>
              </a:rPr>
              <a:t>MOTION</a:t>
            </a:r>
            <a:endParaRPr b="0" lang="en-US" sz="1100" spc="-1" strike="noStrike">
              <a:latin typeface="Arial"/>
            </a:endParaRPr>
          </a:p>
        </p:txBody>
      </p:sp>
      <p:sp>
        <p:nvSpPr>
          <p:cNvPr id="158" name="Google Shape;111;p19"/>
          <p:cNvSpPr/>
          <p:nvPr/>
        </p:nvSpPr>
        <p:spPr>
          <a:xfrm>
            <a:off x="2883960" y="5000400"/>
            <a:ext cx="1834560" cy="59220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s-419" sz="800" spc="-1" strike="noStrike">
                <a:solidFill>
                  <a:srgbClr val="d1d5db"/>
                </a:solidFill>
                <a:latin typeface="Arial"/>
                <a:ea typeface="Arial"/>
              </a:rPr>
              <a:t>TRAC-IK solver</a:t>
            </a:r>
            <a:br>
              <a:rPr sz="800"/>
            </a:br>
            <a:r>
              <a:rPr b="0" lang="es-419" sz="800" spc="-1" strike="noStrike">
                <a:solidFill>
                  <a:srgbClr val="d1d5db"/>
                </a:solidFill>
                <a:latin typeface="Arial"/>
                <a:ea typeface="Arial"/>
              </a:rPr>
              <a:t>Waypoint execution</a:t>
            </a:r>
            <a:br>
              <a:rPr sz="800"/>
            </a:br>
            <a:r>
              <a:rPr b="0" lang="es-419" sz="800" spc="-1" strike="noStrike">
                <a:solidFill>
                  <a:srgbClr val="d1d5db"/>
                </a:solidFill>
                <a:latin typeface="Arial"/>
                <a:ea typeface="Arial"/>
              </a:rPr>
              <a:t>Gripper control</a:t>
            </a:r>
            <a:endParaRPr b="0" lang="en-US" sz="800" spc="-1" strike="noStrike">
              <a:latin typeface="Arial"/>
            </a:endParaRPr>
          </a:p>
        </p:txBody>
      </p:sp>
      <p:sp>
        <p:nvSpPr>
          <p:cNvPr id="159" name="Google Shape;112;p19"/>
          <p:cNvSpPr/>
          <p:nvPr/>
        </p:nvSpPr>
        <p:spPr>
          <a:xfrm>
            <a:off x="4623120" y="4937760"/>
            <a:ext cx="578520" cy="51624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s-419" sz="2100" spc="-1" strike="noStrike">
                <a:solidFill>
                  <a:srgbClr val="6b7280"/>
                </a:solidFill>
                <a:latin typeface="Arial"/>
                <a:ea typeface="Arial"/>
              </a:rPr>
              <a:t>→</a:t>
            </a:r>
            <a:endParaRPr b="0" lang="en-US" sz="2100" spc="-1" strike="noStrike">
              <a:latin typeface="Arial"/>
            </a:endParaRPr>
          </a:p>
        </p:txBody>
      </p:sp>
      <p:sp>
        <p:nvSpPr>
          <p:cNvPr id="160" name="Google Shape;113;p19"/>
          <p:cNvSpPr/>
          <p:nvPr/>
        </p:nvSpPr>
        <p:spPr>
          <a:xfrm>
            <a:off x="5058000" y="4434480"/>
            <a:ext cx="2027880" cy="1508040"/>
          </a:xfrm>
          <a:prstGeom prst="rect">
            <a:avLst/>
          </a:prstGeom>
          <a:solidFill>
            <a:srgbClr val="374151"/>
          </a:solidFill>
          <a:ln w="9525">
            <a:solidFill>
              <a:srgbClr val="6b7280"/>
            </a:solidFill>
            <a:round/>
          </a:ln>
          <a:effectLst>
            <a:outerShdw blurRad="39960" dir="5400000" dist="23040" rotWithShape="0">
              <a:srgbClr val="000000">
                <a:alpha val="35000"/>
              </a:srgbClr>
            </a:outerShdw>
          </a:effectLst>
        </p:spPr>
        <p:style>
          <a:lnRef idx="0"/>
          <a:fillRef idx="0"/>
          <a:effectRef idx="0"/>
          <a:fontRef idx="minor"/>
        </p:style>
      </p:sp>
      <p:sp>
        <p:nvSpPr>
          <p:cNvPr id="161" name="Google Shape;114;p19"/>
          <p:cNvSpPr/>
          <p:nvPr/>
        </p:nvSpPr>
        <p:spPr>
          <a:xfrm>
            <a:off x="5154480" y="4560120"/>
            <a:ext cx="1834200" cy="30312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1" lang="es-419" sz="1100" spc="-1" strike="noStrike">
                <a:solidFill>
                  <a:srgbClr val="ffffff"/>
                </a:solidFill>
                <a:latin typeface="Arial"/>
                <a:ea typeface="Arial"/>
              </a:rPr>
              <a:t>ROBOT</a:t>
            </a:r>
            <a:endParaRPr b="0" lang="en-US" sz="1100" spc="-1" strike="noStrike">
              <a:latin typeface="Arial"/>
            </a:endParaRPr>
          </a:p>
        </p:txBody>
      </p:sp>
      <p:sp>
        <p:nvSpPr>
          <p:cNvPr id="162" name="Google Shape;115;p19"/>
          <p:cNvSpPr/>
          <p:nvPr/>
        </p:nvSpPr>
        <p:spPr>
          <a:xfrm>
            <a:off x="5154480" y="5000400"/>
            <a:ext cx="1834200" cy="59220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s-419" sz="800" spc="-1" strike="noStrike">
                <a:solidFill>
                  <a:srgbClr val="d1d5db"/>
                </a:solidFill>
                <a:latin typeface="Arial"/>
                <a:ea typeface="Arial"/>
              </a:rPr>
              <a:t>intera_interface</a:t>
            </a:r>
            <a:br>
              <a:rPr sz="800"/>
            </a:br>
            <a:r>
              <a:rPr b="0" lang="es-419" sz="800" spc="-1" strike="noStrike">
                <a:solidFill>
                  <a:srgbClr val="d1d5db"/>
                </a:solidFill>
                <a:latin typeface="Arial"/>
                <a:ea typeface="Arial"/>
              </a:rPr>
              <a:t>Joint publishers</a:t>
            </a:r>
            <a:br>
              <a:rPr sz="800"/>
            </a:br>
            <a:r>
              <a:rPr b="0" lang="es-419" sz="800" spc="-1" strike="noStrike">
                <a:solidFill>
                  <a:srgbClr val="d1d5db"/>
                </a:solidFill>
                <a:latin typeface="Arial"/>
                <a:ea typeface="Arial"/>
              </a:rPr>
              <a:t>ROS topics</a:t>
            </a:r>
            <a:endParaRPr b="0" lang="en-US" sz="800" spc="-1" strike="noStrike">
              <a:latin typeface="Arial"/>
            </a:endParaRPr>
          </a:p>
        </p:txBody>
      </p:sp>
      <p:pic>
        <p:nvPicPr>
          <p:cNvPr id="163" name="Google Shape;116;p19" descr=""/>
          <p:cNvPicPr/>
          <p:nvPr/>
        </p:nvPicPr>
        <p:blipFill>
          <a:blip r:embed="rId1"/>
          <a:stretch/>
        </p:blipFill>
        <p:spPr>
          <a:xfrm>
            <a:off x="8000640" y="1690200"/>
            <a:ext cx="3885480" cy="4938120"/>
          </a:xfrm>
          <a:prstGeom prst="rect">
            <a:avLst/>
          </a:prstGeom>
          <a:ln w="0">
            <a:noFill/>
          </a:ln>
        </p:spPr>
      </p:pic>
      <p:sp>
        <p:nvSpPr>
          <p:cNvPr id="164" name="Google Shape;117;p19"/>
          <p:cNvSpPr/>
          <p:nvPr/>
        </p:nvSpPr>
        <p:spPr>
          <a:xfrm flipH="1">
            <a:off x="2786760" y="3131280"/>
            <a:ext cx="4329000" cy="2057400"/>
          </a:xfrm>
          <a:prstGeom prst="bentConnector5">
            <a:avLst>
              <a:gd name="adj1" fmla="val -4174"/>
              <a:gd name="adj2" fmla="val 50035"/>
              <a:gd name="adj3" fmla="val 106297"/>
            </a:avLst>
          </a:prstGeom>
          <a:noFill/>
          <a:ln w="9525">
            <a:solidFill>
              <a:srgbClr val="6b7280"/>
            </a:solidFill>
            <a:round/>
          </a:ln>
        </p:spPr>
        <p:style>
          <a:lnRef idx="0"/>
          <a:fillRef idx="0"/>
          <a:effectRef idx="0"/>
          <a:fontRef idx="minor"/>
        </p:style>
      </p:sp>
      <p:sp>
        <p:nvSpPr>
          <p:cNvPr id="165" name="Google Shape;118;p19"/>
          <p:cNvSpPr/>
          <p:nvPr/>
        </p:nvSpPr>
        <p:spPr>
          <a:xfrm>
            <a:off x="2514240" y="5189040"/>
            <a:ext cx="276480" cy="360"/>
          </a:xfrm>
          <a:custGeom>
            <a:avLst/>
            <a:gdLst/>
            <a:ahLst/>
            <a:rect l="l" t="t" r="r" b="b"/>
            <a:pathLst>
              <a:path w="21600" h="21600">
                <a:moveTo>
                  <a:pt x="0" y="0"/>
                </a:moveTo>
                <a:lnTo>
                  <a:pt x="21600" y="21600"/>
                </a:lnTo>
              </a:path>
            </a:pathLst>
          </a:custGeom>
          <a:noFill/>
          <a:ln w="9525">
            <a:solidFill>
              <a:srgbClr val="6b7280"/>
            </a:solidFill>
            <a:round/>
            <a:tailEnd len="med" type="triangle" w="med"/>
          </a:ln>
        </p:spPr>
        <p:style>
          <a:lnRef idx="0"/>
          <a:fillRef idx="0"/>
          <a:effectRef idx="0"/>
          <a:fontRef idx="minor"/>
        </p:style>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166" name="Google Shape;124;p20"/>
          <p:cNvSpPr/>
          <p:nvPr/>
        </p:nvSpPr>
        <p:spPr>
          <a:xfrm>
            <a:off x="2780280" y="1148040"/>
            <a:ext cx="6725160" cy="4982760"/>
          </a:xfrm>
          <a:prstGeom prst="roundRect">
            <a:avLst>
              <a:gd name="adj" fmla="val 16667"/>
            </a:avLst>
          </a:prstGeom>
          <a:solidFill>
            <a:srgbClr val="3f3151"/>
          </a:solidFill>
          <a:ln w="12700">
            <a:solidFill>
              <a:srgbClr val="634aa7"/>
            </a:solidFill>
            <a:prstDash val="dash"/>
            <a:round/>
          </a:ln>
          <a:effectLst>
            <a:outerShdw blurRad="39960" dir="5400000" dist="23040" rotWithShape="0">
              <a:srgbClr val="000000">
                <a:alpha val="35000"/>
              </a:srgbClr>
            </a:outerShdw>
          </a:effectLst>
        </p:spPr>
        <p:style>
          <a:lnRef idx="0"/>
          <a:fillRef idx="0"/>
          <a:effectRef idx="0"/>
          <a:fontRef idx="minor"/>
        </p:style>
      </p:sp>
      <p:sp>
        <p:nvSpPr>
          <p:cNvPr id="167" name="Google Shape;125;p20"/>
          <p:cNvSpPr/>
          <p:nvPr/>
        </p:nvSpPr>
        <p:spPr>
          <a:xfrm>
            <a:off x="105480" y="1211760"/>
            <a:ext cx="2531520" cy="4918320"/>
          </a:xfrm>
          <a:prstGeom prst="roundRect">
            <a:avLst>
              <a:gd name="adj" fmla="val 16667"/>
            </a:avLst>
          </a:prstGeom>
          <a:solidFill>
            <a:srgbClr val="17365d"/>
          </a:solidFill>
          <a:ln w="12700">
            <a:solidFill>
              <a:srgbClr val="8cb3e3"/>
            </a:solidFill>
            <a:prstDash val="dash"/>
            <a:round/>
          </a:ln>
          <a:effectLst>
            <a:outerShdw blurRad="39960" dir="5400000" dist="23040" rotWithShape="0">
              <a:srgbClr val="000000">
                <a:alpha val="35000"/>
              </a:srgbClr>
            </a:outerShdw>
          </a:effectLst>
        </p:spPr>
        <p:style>
          <a:lnRef idx="0"/>
          <a:fillRef idx="0"/>
          <a:effectRef idx="0"/>
          <a:fontRef idx="minor"/>
        </p:style>
      </p:sp>
      <p:sp>
        <p:nvSpPr>
          <p:cNvPr id="168" name="Google Shape;126;p20"/>
          <p:cNvSpPr/>
          <p:nvPr/>
        </p:nvSpPr>
        <p:spPr>
          <a:xfrm>
            <a:off x="1391760" y="4087440"/>
            <a:ext cx="1096200" cy="246240"/>
          </a:xfrm>
          <a:prstGeom prst="roundRect">
            <a:avLst>
              <a:gd name="adj" fmla="val 16667"/>
            </a:avLst>
          </a:prstGeom>
          <a:solidFill>
            <a:schemeClr val="dk1"/>
          </a:solidFill>
          <a:ln w="10150">
            <a:solidFill>
              <a:srgbClr val="1c63b5"/>
            </a:solidFill>
            <a:round/>
          </a:ln>
          <a:effectLst>
            <a:outerShdw blurRad="39960" dir="5400000" dist="23040" rotWithShape="0">
              <a:srgbClr val="000000">
                <a:alpha val="35000"/>
              </a:srgbClr>
            </a:outerShdw>
          </a:effectLst>
        </p:spPr>
        <p:style>
          <a:lnRef idx="0"/>
          <a:fillRef idx="0"/>
          <a:effectRef idx="0"/>
          <a:fontRef idx="minor"/>
        </p:style>
      </p:sp>
      <p:sp>
        <p:nvSpPr>
          <p:cNvPr id="169" name="Google Shape;127;p20"/>
          <p:cNvSpPr/>
          <p:nvPr/>
        </p:nvSpPr>
        <p:spPr>
          <a:xfrm>
            <a:off x="434880" y="144720"/>
            <a:ext cx="1005732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s-419" sz="2300" spc="-1" strike="noStrike">
                <a:solidFill>
                  <a:srgbClr val="ffffff"/>
                </a:solidFill>
                <a:latin typeface="Arial"/>
                <a:ea typeface="Arial"/>
              </a:rPr>
              <a:t>Simulation Environment  —  Jun</a:t>
            </a:r>
            <a:endParaRPr b="0" lang="en-US" sz="2300" spc="-1" strike="noStrike">
              <a:latin typeface="Arial"/>
            </a:endParaRPr>
          </a:p>
        </p:txBody>
      </p:sp>
      <p:sp>
        <p:nvSpPr>
          <p:cNvPr id="170" name="Google Shape;128;p20"/>
          <p:cNvSpPr/>
          <p:nvPr/>
        </p:nvSpPr>
        <p:spPr>
          <a:xfrm>
            <a:off x="731160" y="914400"/>
            <a:ext cx="2285280" cy="3744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171" name="Google Shape;129;p20"/>
          <p:cNvSpPr/>
          <p:nvPr/>
        </p:nvSpPr>
        <p:spPr>
          <a:xfrm>
            <a:off x="350640" y="1037520"/>
            <a:ext cx="2039760" cy="415080"/>
          </a:xfrm>
          <a:prstGeom prst="roundRect">
            <a:avLst>
              <a:gd name="adj" fmla="val 16667"/>
            </a:avLst>
          </a:prstGeom>
          <a:solidFill>
            <a:srgbClr val="366092"/>
          </a:solidFill>
          <a:ln w="12700">
            <a:solidFill>
              <a:srgbClr val="2563a5"/>
            </a:solidFill>
            <a:round/>
          </a:ln>
          <a:effectLst>
            <a:outerShdw blurRad="39960" dir="5400000" dist="23040" rotWithShape="0">
              <a:srgbClr val="000000">
                <a:alpha val="35000"/>
              </a:srgbClr>
            </a:outerShdw>
          </a:effectLst>
        </p:spPr>
        <p:style>
          <a:lnRef idx="0"/>
          <a:fillRef idx="0"/>
          <a:effectRef idx="0"/>
          <a:fontRef idx="minor"/>
        </p:style>
        <p:txBody>
          <a:bodyPr lIns="41040" rIns="41040" tIns="20520" bIns="20520" anchor="ctr">
            <a:noAutofit/>
          </a:bodyPr>
          <a:p>
            <a:pPr algn="ctr">
              <a:lnSpc>
                <a:spcPct val="100000"/>
              </a:lnSpc>
              <a:buNone/>
              <a:tabLst>
                <a:tab algn="l" pos="0"/>
              </a:tabLst>
            </a:pPr>
            <a:r>
              <a:rPr b="1" lang="es-419" sz="900" spc="-1" strike="noStrike">
                <a:solidFill>
                  <a:srgbClr val="ffffff"/>
                </a:solidFill>
                <a:latin typeface="Arial"/>
                <a:ea typeface="Arial"/>
              </a:rPr>
              <a:t>Simulation Platform Overview</a:t>
            </a:r>
            <a:endParaRPr b="0" lang="en-US" sz="900" spc="-1" strike="noStrike">
              <a:latin typeface="Arial"/>
            </a:endParaRPr>
          </a:p>
        </p:txBody>
      </p:sp>
      <p:sp>
        <p:nvSpPr>
          <p:cNvPr id="172" name="Google Shape;130;p20"/>
          <p:cNvSpPr/>
          <p:nvPr/>
        </p:nvSpPr>
        <p:spPr>
          <a:xfrm>
            <a:off x="388080" y="4450320"/>
            <a:ext cx="959760" cy="42444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0" lang="es-419" sz="600" spc="-1" strike="noStrike">
                <a:solidFill>
                  <a:srgbClr val="ffffff"/>
                </a:solidFill>
                <a:latin typeface="Arial"/>
                <a:ea typeface="Arial"/>
              </a:rPr>
              <a:t>Physics simulation</a:t>
            </a:r>
            <a:endParaRPr b="0" lang="en-US" sz="600" spc="-1" strike="noStrike">
              <a:latin typeface="Arial"/>
            </a:endParaRPr>
          </a:p>
          <a:p>
            <a:pPr>
              <a:lnSpc>
                <a:spcPct val="100000"/>
              </a:lnSpc>
              <a:buNone/>
              <a:tabLst>
                <a:tab algn="l" pos="0"/>
              </a:tabLst>
            </a:pPr>
            <a:r>
              <a:rPr b="0" lang="es-419" sz="600" spc="-1" strike="noStrike">
                <a:solidFill>
                  <a:srgbClr val="ffffff"/>
                </a:solidFill>
                <a:latin typeface="Arial"/>
                <a:ea typeface="Arial"/>
              </a:rPr>
              <a:t>and rendering</a:t>
            </a:r>
            <a:endParaRPr b="0" lang="en-US" sz="600" spc="-1" strike="noStrike">
              <a:latin typeface="Arial"/>
            </a:endParaRPr>
          </a:p>
        </p:txBody>
      </p:sp>
      <p:sp>
        <p:nvSpPr>
          <p:cNvPr id="173" name="Google Shape;131;p20"/>
          <p:cNvSpPr/>
          <p:nvPr/>
        </p:nvSpPr>
        <p:spPr>
          <a:xfrm>
            <a:off x="1490400" y="4450320"/>
            <a:ext cx="1176480" cy="42444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0" lang="es-419" sz="600" spc="-1" strike="noStrike">
                <a:solidFill>
                  <a:srgbClr val="ffffff"/>
                </a:solidFill>
                <a:latin typeface="Arial"/>
                <a:ea typeface="Arial"/>
              </a:rPr>
              <a:t>7-DOF arm</a:t>
            </a:r>
            <a:endParaRPr b="0" lang="en-US" sz="600" spc="-1" strike="noStrike">
              <a:latin typeface="Arial"/>
            </a:endParaRPr>
          </a:p>
          <a:p>
            <a:pPr>
              <a:lnSpc>
                <a:spcPct val="100000"/>
              </a:lnSpc>
              <a:buNone/>
              <a:tabLst>
                <a:tab algn="l" pos="0"/>
              </a:tabLst>
            </a:pPr>
            <a:r>
              <a:rPr b="0" lang="es-419" sz="600" spc="-1" strike="noStrike">
                <a:solidFill>
                  <a:srgbClr val="ffffff"/>
                </a:solidFill>
                <a:latin typeface="Arial"/>
                <a:ea typeface="Arial"/>
              </a:rPr>
              <a:t>Top-down view</a:t>
            </a:r>
            <a:endParaRPr b="0" lang="en-US" sz="600" spc="-1" strike="noStrike">
              <a:latin typeface="Arial"/>
            </a:endParaRPr>
          </a:p>
          <a:p>
            <a:pPr>
              <a:lnSpc>
                <a:spcPct val="100000"/>
              </a:lnSpc>
              <a:buNone/>
              <a:tabLst>
                <a:tab algn="l" pos="0"/>
              </a:tabLst>
            </a:pPr>
            <a:endParaRPr b="0" lang="en-US" sz="600" spc="-1" strike="noStrike">
              <a:latin typeface="Arial"/>
            </a:endParaRPr>
          </a:p>
        </p:txBody>
      </p:sp>
      <p:sp>
        <p:nvSpPr>
          <p:cNvPr id="174" name="Google Shape;132;p20"/>
          <p:cNvSpPr/>
          <p:nvPr/>
        </p:nvSpPr>
        <p:spPr>
          <a:xfrm>
            <a:off x="1549440" y="5472000"/>
            <a:ext cx="959760" cy="16524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0" lang="es-419" sz="600" spc="-1" strike="noStrike">
                <a:solidFill>
                  <a:srgbClr val="ffffff"/>
                </a:solidFill>
                <a:latin typeface="Arial"/>
                <a:ea typeface="Arial"/>
              </a:rPr>
              <a:t>Electric gripper</a:t>
            </a:r>
            <a:endParaRPr b="0" lang="en-US" sz="600" spc="-1" strike="noStrike">
              <a:latin typeface="Arial"/>
            </a:endParaRPr>
          </a:p>
        </p:txBody>
      </p:sp>
      <p:sp>
        <p:nvSpPr>
          <p:cNvPr id="175" name="Google Shape;133;p20"/>
          <p:cNvSpPr/>
          <p:nvPr/>
        </p:nvSpPr>
        <p:spPr>
          <a:xfrm>
            <a:off x="388080" y="5433840"/>
            <a:ext cx="959760" cy="29484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0" lang="es-419" sz="600" spc="-1" strike="noStrike">
                <a:solidFill>
                  <a:srgbClr val="ffffff"/>
                </a:solidFill>
                <a:latin typeface="Arial"/>
                <a:ea typeface="Arial"/>
              </a:rPr>
              <a:t>Communication</a:t>
            </a:r>
            <a:endParaRPr b="0" lang="en-US" sz="600" spc="-1" strike="noStrike">
              <a:latin typeface="Arial"/>
            </a:endParaRPr>
          </a:p>
          <a:p>
            <a:pPr>
              <a:lnSpc>
                <a:spcPct val="100000"/>
              </a:lnSpc>
              <a:buNone/>
              <a:tabLst>
                <a:tab algn="l" pos="0"/>
              </a:tabLst>
            </a:pPr>
            <a:r>
              <a:rPr b="0" lang="es-419" sz="600" spc="-1" strike="noStrike">
                <a:solidFill>
                  <a:srgbClr val="ffffff"/>
                </a:solidFill>
                <a:latin typeface="Arial"/>
                <a:ea typeface="Arial"/>
              </a:rPr>
              <a:t>and integration</a:t>
            </a:r>
            <a:endParaRPr b="0" lang="en-US" sz="600" spc="-1" strike="noStrike">
              <a:latin typeface="Arial"/>
            </a:endParaRPr>
          </a:p>
        </p:txBody>
      </p:sp>
      <p:sp>
        <p:nvSpPr>
          <p:cNvPr id="176" name="Google Shape;134;p20"/>
          <p:cNvSpPr/>
          <p:nvPr/>
        </p:nvSpPr>
        <p:spPr>
          <a:xfrm>
            <a:off x="189360" y="4084560"/>
            <a:ext cx="1096200" cy="246240"/>
          </a:xfrm>
          <a:prstGeom prst="roundRect">
            <a:avLst>
              <a:gd name="adj" fmla="val 16667"/>
            </a:avLst>
          </a:prstGeom>
          <a:solidFill>
            <a:schemeClr val="dk1"/>
          </a:solidFill>
          <a:ln w="10150">
            <a:solidFill>
              <a:srgbClr val="1c63b5"/>
            </a:solidFill>
            <a:round/>
          </a:ln>
          <a:effectLst>
            <a:outerShdw blurRad="39960" dir="5400000" dist="23040" rotWithShape="0">
              <a:srgbClr val="000000">
                <a:alpha val="35000"/>
              </a:srgbClr>
            </a:outerShdw>
          </a:effectLst>
        </p:spPr>
        <p:style>
          <a:lnRef idx="0"/>
          <a:fillRef idx="0"/>
          <a:effectRef idx="0"/>
          <a:fontRef idx="minor"/>
        </p:style>
      </p:sp>
      <p:sp>
        <p:nvSpPr>
          <p:cNvPr id="177" name="Google Shape;135;p20"/>
          <p:cNvSpPr/>
          <p:nvPr/>
        </p:nvSpPr>
        <p:spPr>
          <a:xfrm>
            <a:off x="504720" y="4114440"/>
            <a:ext cx="460800" cy="151200"/>
          </a:xfrm>
          <a:prstGeom prst="rect">
            <a:avLst/>
          </a:prstGeom>
          <a:noFill/>
          <a:ln w="0">
            <a:noFill/>
          </a:ln>
        </p:spPr>
        <p:style>
          <a:lnRef idx="0"/>
          <a:fillRef idx="0"/>
          <a:effectRef idx="0"/>
          <a:fontRef idx="minor"/>
        </p:style>
        <p:txBody>
          <a:bodyPr lIns="20520" rIns="20520" tIns="6840" bIns="6840" anchor="t">
            <a:noAutofit/>
          </a:bodyPr>
          <a:p>
            <a:pPr algn="ctr">
              <a:lnSpc>
                <a:spcPct val="100000"/>
              </a:lnSpc>
              <a:buNone/>
              <a:tabLst>
                <a:tab algn="l" pos="0"/>
              </a:tabLst>
            </a:pPr>
            <a:r>
              <a:rPr b="1" lang="es-419" sz="700" spc="-1" strike="noStrike">
                <a:solidFill>
                  <a:srgbClr val="ffffff"/>
                </a:solidFill>
                <a:latin typeface="Calibri"/>
                <a:ea typeface="Calibri"/>
              </a:rPr>
              <a:t>Gazebo</a:t>
            </a:r>
            <a:endParaRPr b="0" lang="en-US" sz="700" spc="-1" strike="noStrike">
              <a:latin typeface="Arial"/>
            </a:endParaRPr>
          </a:p>
        </p:txBody>
      </p:sp>
      <p:sp>
        <p:nvSpPr>
          <p:cNvPr id="178" name="Google Shape;136;p20"/>
          <p:cNvSpPr/>
          <p:nvPr/>
        </p:nvSpPr>
        <p:spPr>
          <a:xfrm>
            <a:off x="1276560" y="4111560"/>
            <a:ext cx="1326600" cy="151200"/>
          </a:xfrm>
          <a:prstGeom prst="rect">
            <a:avLst/>
          </a:prstGeom>
          <a:noFill/>
          <a:ln w="0">
            <a:noFill/>
          </a:ln>
        </p:spPr>
        <p:style>
          <a:lnRef idx="0"/>
          <a:fillRef idx="0"/>
          <a:effectRef idx="0"/>
          <a:fontRef idx="minor"/>
        </p:style>
        <p:txBody>
          <a:bodyPr lIns="20520" rIns="20520" tIns="6840" bIns="6840" anchor="t">
            <a:noAutofit/>
          </a:bodyPr>
          <a:p>
            <a:pPr algn="ctr">
              <a:lnSpc>
                <a:spcPct val="100000"/>
              </a:lnSpc>
              <a:buNone/>
              <a:tabLst>
                <a:tab algn="l" pos="0"/>
              </a:tabLst>
            </a:pPr>
            <a:r>
              <a:rPr b="1" lang="es-419" sz="700" spc="-1" strike="noStrike">
                <a:solidFill>
                  <a:srgbClr val="ffffff"/>
                </a:solidFill>
                <a:latin typeface="Calibri"/>
                <a:ea typeface="Calibri"/>
              </a:rPr>
              <a:t>Sawyer &amp; hand camara</a:t>
            </a:r>
            <a:endParaRPr b="0" lang="en-US" sz="700" spc="-1" strike="noStrike">
              <a:latin typeface="Arial"/>
            </a:endParaRPr>
          </a:p>
        </p:txBody>
      </p:sp>
      <p:sp>
        <p:nvSpPr>
          <p:cNvPr id="179" name="Google Shape;137;p20"/>
          <p:cNvSpPr/>
          <p:nvPr/>
        </p:nvSpPr>
        <p:spPr>
          <a:xfrm>
            <a:off x="1391760" y="5078520"/>
            <a:ext cx="1096200" cy="246240"/>
          </a:xfrm>
          <a:prstGeom prst="roundRect">
            <a:avLst>
              <a:gd name="adj" fmla="val 16667"/>
            </a:avLst>
          </a:prstGeom>
          <a:solidFill>
            <a:schemeClr val="dk1"/>
          </a:solidFill>
          <a:ln w="10150">
            <a:solidFill>
              <a:srgbClr val="1c63b5"/>
            </a:solidFill>
            <a:round/>
          </a:ln>
          <a:effectLst>
            <a:outerShdw blurRad="39960" dir="5400000" dist="23040" rotWithShape="0">
              <a:srgbClr val="000000">
                <a:alpha val="35000"/>
              </a:srgbClr>
            </a:outerShdw>
          </a:effectLst>
        </p:spPr>
        <p:style>
          <a:lnRef idx="0"/>
          <a:fillRef idx="0"/>
          <a:effectRef idx="0"/>
          <a:fontRef idx="minor"/>
        </p:style>
      </p:sp>
      <p:sp>
        <p:nvSpPr>
          <p:cNvPr id="180" name="Google Shape;138;p20"/>
          <p:cNvSpPr/>
          <p:nvPr/>
        </p:nvSpPr>
        <p:spPr>
          <a:xfrm>
            <a:off x="1403280" y="5100840"/>
            <a:ext cx="1146960" cy="151200"/>
          </a:xfrm>
          <a:prstGeom prst="rect">
            <a:avLst/>
          </a:prstGeom>
          <a:noFill/>
          <a:ln w="0">
            <a:noFill/>
          </a:ln>
        </p:spPr>
        <p:style>
          <a:lnRef idx="0"/>
          <a:fillRef idx="0"/>
          <a:effectRef idx="0"/>
          <a:fontRef idx="minor"/>
        </p:style>
        <p:txBody>
          <a:bodyPr lIns="20520" rIns="20520" tIns="6840" bIns="6840" anchor="t">
            <a:noAutofit/>
          </a:bodyPr>
          <a:p>
            <a:pPr algn="ctr">
              <a:lnSpc>
                <a:spcPct val="100000"/>
              </a:lnSpc>
              <a:buNone/>
              <a:tabLst>
                <a:tab algn="l" pos="0"/>
              </a:tabLst>
            </a:pPr>
            <a:r>
              <a:rPr b="1" lang="es-419" sz="700" spc="-1" strike="noStrike">
                <a:solidFill>
                  <a:srgbClr val="ffffff"/>
                </a:solidFill>
                <a:latin typeface="Calibri"/>
                <a:ea typeface="Calibri"/>
              </a:rPr>
              <a:t>Parallel-jaw gripper</a:t>
            </a:r>
            <a:endParaRPr b="0" lang="en-US" sz="700" spc="-1" strike="noStrike">
              <a:latin typeface="Arial"/>
            </a:endParaRPr>
          </a:p>
        </p:txBody>
      </p:sp>
      <p:sp>
        <p:nvSpPr>
          <p:cNvPr id="181" name="Google Shape;139;p20"/>
          <p:cNvSpPr/>
          <p:nvPr/>
        </p:nvSpPr>
        <p:spPr>
          <a:xfrm>
            <a:off x="189360" y="5078520"/>
            <a:ext cx="1096200" cy="246240"/>
          </a:xfrm>
          <a:prstGeom prst="roundRect">
            <a:avLst>
              <a:gd name="adj" fmla="val 16667"/>
            </a:avLst>
          </a:prstGeom>
          <a:solidFill>
            <a:schemeClr val="dk1"/>
          </a:solidFill>
          <a:ln w="10150">
            <a:solidFill>
              <a:srgbClr val="1c63b5"/>
            </a:solidFill>
            <a:round/>
          </a:ln>
          <a:effectLst>
            <a:outerShdw blurRad="39960" dir="5400000" dist="23040" rotWithShape="0">
              <a:srgbClr val="000000">
                <a:alpha val="35000"/>
              </a:srgbClr>
            </a:outerShdw>
          </a:effectLst>
        </p:spPr>
        <p:style>
          <a:lnRef idx="0"/>
          <a:fillRef idx="0"/>
          <a:effectRef idx="0"/>
          <a:fontRef idx="minor"/>
        </p:style>
      </p:sp>
      <p:sp>
        <p:nvSpPr>
          <p:cNvPr id="182" name="Google Shape;140;p20"/>
          <p:cNvSpPr/>
          <p:nvPr/>
        </p:nvSpPr>
        <p:spPr>
          <a:xfrm>
            <a:off x="582120" y="5101920"/>
            <a:ext cx="276480" cy="151200"/>
          </a:xfrm>
          <a:prstGeom prst="rect">
            <a:avLst/>
          </a:prstGeom>
          <a:noFill/>
          <a:ln w="0">
            <a:noFill/>
          </a:ln>
        </p:spPr>
        <p:style>
          <a:lnRef idx="0"/>
          <a:fillRef idx="0"/>
          <a:effectRef idx="0"/>
          <a:fontRef idx="minor"/>
        </p:style>
        <p:txBody>
          <a:bodyPr lIns="20520" rIns="20520" tIns="6840" bIns="6840" anchor="t">
            <a:noAutofit/>
          </a:bodyPr>
          <a:p>
            <a:pPr algn="ctr">
              <a:lnSpc>
                <a:spcPct val="100000"/>
              </a:lnSpc>
              <a:buNone/>
              <a:tabLst>
                <a:tab algn="l" pos="0"/>
              </a:tabLst>
            </a:pPr>
            <a:r>
              <a:rPr b="1" lang="es-419" sz="700" spc="-1" strike="noStrike">
                <a:solidFill>
                  <a:srgbClr val="ffffff"/>
                </a:solidFill>
                <a:latin typeface="Calibri"/>
                <a:ea typeface="Calibri"/>
              </a:rPr>
              <a:t>ROS</a:t>
            </a:r>
            <a:endParaRPr b="0" lang="en-US" sz="700" spc="-1" strike="noStrike">
              <a:latin typeface="Arial"/>
            </a:endParaRPr>
          </a:p>
        </p:txBody>
      </p:sp>
      <p:pic>
        <p:nvPicPr>
          <p:cNvPr id="183" name="Google Shape;141;p20" descr=""/>
          <p:cNvPicPr/>
          <p:nvPr/>
        </p:nvPicPr>
        <p:blipFill>
          <a:blip r:embed="rId1"/>
          <a:stretch/>
        </p:blipFill>
        <p:spPr>
          <a:xfrm>
            <a:off x="350640" y="1902600"/>
            <a:ext cx="1980000" cy="1980000"/>
          </a:xfrm>
          <a:prstGeom prst="rect">
            <a:avLst/>
          </a:prstGeom>
          <a:ln w="0">
            <a:noFill/>
          </a:ln>
        </p:spPr>
      </p:pic>
      <p:sp>
        <p:nvSpPr>
          <p:cNvPr id="184" name="Google Shape;142;p20"/>
          <p:cNvSpPr/>
          <p:nvPr/>
        </p:nvSpPr>
        <p:spPr>
          <a:xfrm>
            <a:off x="4097520" y="1037520"/>
            <a:ext cx="4418640" cy="383400"/>
          </a:xfrm>
          <a:prstGeom prst="roundRect">
            <a:avLst>
              <a:gd name="adj" fmla="val 16667"/>
            </a:avLst>
          </a:prstGeom>
          <a:solidFill>
            <a:srgbClr val="b2a0c7"/>
          </a:solidFill>
          <a:ln w="12700">
            <a:solidFill>
              <a:srgbClr val="634aa7"/>
            </a:solidFill>
            <a:round/>
          </a:ln>
          <a:effectLst>
            <a:outerShdw blurRad="39960" dir="5400000" dist="23040" rotWithShape="0">
              <a:srgbClr val="000000">
                <a:alpha val="35000"/>
              </a:srgbClr>
            </a:outerShdw>
          </a:effectLst>
        </p:spPr>
        <p:style>
          <a:lnRef idx="0"/>
          <a:fillRef idx="0"/>
          <a:effectRef idx="0"/>
          <a:fontRef idx="minor"/>
        </p:style>
        <p:txBody>
          <a:bodyPr lIns="41040" rIns="41040" tIns="20520" bIns="20520" anchor="ctr">
            <a:noAutofit/>
          </a:bodyPr>
          <a:p>
            <a:pPr algn="ctr">
              <a:lnSpc>
                <a:spcPct val="100000"/>
              </a:lnSpc>
              <a:buNone/>
              <a:tabLst>
                <a:tab algn="l" pos="0"/>
              </a:tabLst>
            </a:pPr>
            <a:r>
              <a:rPr b="1" lang="es-419" sz="1100" spc="-1" strike="noStrike">
                <a:solidFill>
                  <a:srgbClr val="634aa7"/>
                </a:solidFill>
                <a:latin typeface="Arial"/>
                <a:ea typeface="Arial"/>
              </a:rPr>
              <a:t>Startup Sequence (Orchestrated Launch)</a:t>
            </a:r>
            <a:endParaRPr b="0" lang="en-US" sz="1100" spc="-1" strike="noStrike">
              <a:latin typeface="Arial"/>
            </a:endParaRPr>
          </a:p>
        </p:txBody>
      </p:sp>
      <p:sp>
        <p:nvSpPr>
          <p:cNvPr id="185" name="Google Shape;143;p20"/>
          <p:cNvSpPr/>
          <p:nvPr/>
        </p:nvSpPr>
        <p:spPr>
          <a:xfrm>
            <a:off x="4025160" y="1755000"/>
            <a:ext cx="4617000" cy="502200"/>
          </a:xfrm>
          <a:prstGeom prst="roundRect">
            <a:avLst>
              <a:gd name="adj" fmla="val 16667"/>
            </a:avLst>
          </a:prstGeom>
          <a:solidFill>
            <a:srgbClr val="e5dfeb"/>
          </a:solidFill>
          <a:ln w="12700">
            <a:solidFill>
              <a:srgbClr val="634aa7"/>
            </a:solidFill>
            <a:round/>
          </a:ln>
          <a:effectLst>
            <a:outerShdw blurRad="39960" dir="5400000" dist="23040" rotWithShape="0">
              <a:srgbClr val="000000">
                <a:alpha val="35000"/>
              </a:srgbClr>
            </a:outerShdw>
          </a:effectLst>
        </p:spPr>
        <p:style>
          <a:lnRef idx="0"/>
          <a:fillRef idx="0"/>
          <a:effectRef idx="0"/>
          <a:fontRef idx="minor"/>
        </p:style>
      </p:sp>
      <p:sp>
        <p:nvSpPr>
          <p:cNvPr id="186" name="Google Shape;144;p20"/>
          <p:cNvSpPr/>
          <p:nvPr/>
        </p:nvSpPr>
        <p:spPr>
          <a:xfrm>
            <a:off x="4204440" y="1796400"/>
            <a:ext cx="4205160" cy="21096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s-419" sz="900" spc="-1" strike="noStrike">
                <a:solidFill>
                  <a:srgbClr val="634aa7"/>
                </a:solidFill>
                <a:latin typeface="Arial"/>
                <a:ea typeface="Arial"/>
              </a:rPr>
              <a:t>Custom launch file: sawyer_david.launch</a:t>
            </a:r>
            <a:endParaRPr b="0" lang="en-US" sz="900" spc="-1" strike="noStrike">
              <a:latin typeface="Arial"/>
            </a:endParaRPr>
          </a:p>
        </p:txBody>
      </p:sp>
      <p:sp>
        <p:nvSpPr>
          <p:cNvPr id="187" name="Google Shape;145;p20"/>
          <p:cNvSpPr/>
          <p:nvPr/>
        </p:nvSpPr>
        <p:spPr>
          <a:xfrm>
            <a:off x="4310640" y="1992240"/>
            <a:ext cx="4205160" cy="18036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0" lang="es-419" sz="700" spc="-1" strike="noStrike">
                <a:solidFill>
                  <a:srgbClr val="505050"/>
                </a:solidFill>
                <a:latin typeface="Arial"/>
                <a:ea typeface="Arial"/>
              </a:rPr>
              <a:t>Orchestrates the startup sequence</a:t>
            </a:r>
            <a:endParaRPr b="0" lang="en-US" sz="700" spc="-1" strike="noStrike">
              <a:latin typeface="Arial"/>
            </a:endParaRPr>
          </a:p>
        </p:txBody>
      </p:sp>
      <p:sp>
        <p:nvSpPr>
          <p:cNvPr id="188" name="Google Shape;146;p20"/>
          <p:cNvSpPr/>
          <p:nvPr/>
        </p:nvSpPr>
        <p:spPr>
          <a:xfrm>
            <a:off x="3076560" y="2765520"/>
            <a:ext cx="1205280" cy="2906640"/>
          </a:xfrm>
          <a:prstGeom prst="roundRect">
            <a:avLst>
              <a:gd name="adj" fmla="val 16667"/>
            </a:avLst>
          </a:prstGeom>
          <a:solidFill>
            <a:srgbClr val="17365d"/>
          </a:solidFill>
          <a:ln w="13950">
            <a:solidFill>
              <a:srgbClr val="2563a5"/>
            </a:solidFill>
            <a:round/>
          </a:ln>
          <a:effectLst>
            <a:outerShdw blurRad="39960" dir="5400000" dist="23040" rotWithShape="0">
              <a:srgbClr val="000000">
                <a:alpha val="35000"/>
              </a:srgbClr>
            </a:outerShdw>
          </a:effectLst>
        </p:spPr>
        <p:style>
          <a:lnRef idx="0"/>
          <a:fillRef idx="0"/>
          <a:effectRef idx="0"/>
          <a:fontRef idx="minor"/>
        </p:style>
      </p:sp>
      <p:sp>
        <p:nvSpPr>
          <p:cNvPr id="189" name="Google Shape;147;p20"/>
          <p:cNvSpPr/>
          <p:nvPr/>
        </p:nvSpPr>
        <p:spPr>
          <a:xfrm>
            <a:off x="3515400" y="2564280"/>
            <a:ext cx="346680" cy="346680"/>
          </a:xfrm>
          <a:prstGeom prst="ellipse">
            <a:avLst/>
          </a:prstGeom>
          <a:solidFill>
            <a:srgbClr val="2563a5"/>
          </a:solidFill>
          <a:ln w="15225">
            <a:solidFill>
              <a:srgbClr val="2563a5"/>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gn="ctr">
              <a:lnSpc>
                <a:spcPct val="100000"/>
              </a:lnSpc>
              <a:buNone/>
              <a:tabLst>
                <a:tab algn="l" pos="0"/>
              </a:tabLst>
            </a:pPr>
            <a:r>
              <a:rPr b="1" lang="es-419" sz="1100" spc="-1" strike="noStrike">
                <a:solidFill>
                  <a:srgbClr val="ffffff"/>
                </a:solidFill>
                <a:latin typeface="Arial"/>
                <a:ea typeface="Arial"/>
              </a:rPr>
              <a:t>1</a:t>
            </a:r>
            <a:endParaRPr b="0" lang="en-US" sz="1100" spc="-1" strike="noStrike">
              <a:latin typeface="Arial"/>
            </a:endParaRPr>
          </a:p>
        </p:txBody>
      </p:sp>
      <p:sp>
        <p:nvSpPr>
          <p:cNvPr id="190" name="Google Shape;148;p20"/>
          <p:cNvSpPr/>
          <p:nvPr/>
        </p:nvSpPr>
        <p:spPr>
          <a:xfrm>
            <a:off x="3115440" y="2924280"/>
            <a:ext cx="1133280" cy="294840"/>
          </a:xfrm>
          <a:prstGeom prst="rect">
            <a:avLst/>
          </a:prstGeom>
          <a:noFill/>
          <a:ln w="0">
            <a:noFill/>
          </a:ln>
        </p:spPr>
        <p:style>
          <a:lnRef idx="0"/>
          <a:fillRef idx="0"/>
          <a:effectRef idx="0"/>
          <a:fontRef idx="minor"/>
        </p:style>
        <p:txBody>
          <a:bodyPr lIns="34200" rIns="34200" tIns="13680" bIns="13680" anchor="ctr">
            <a:noAutofit/>
          </a:bodyPr>
          <a:p>
            <a:pPr algn="ctr">
              <a:lnSpc>
                <a:spcPct val="100000"/>
              </a:lnSpc>
              <a:buNone/>
              <a:tabLst>
                <a:tab algn="l" pos="0"/>
              </a:tabLst>
            </a:pPr>
            <a:r>
              <a:rPr b="1" lang="es-419" sz="1300" spc="-1" strike="noStrike">
                <a:solidFill>
                  <a:srgbClr val="b7cce4"/>
                </a:solidFill>
                <a:latin typeface="Arial"/>
                <a:ea typeface="Arial"/>
              </a:rPr>
              <a:t>0 s:</a:t>
            </a:r>
            <a:endParaRPr b="0" lang="en-US" sz="1300" spc="-1" strike="noStrike">
              <a:latin typeface="Arial"/>
            </a:endParaRPr>
          </a:p>
        </p:txBody>
      </p:sp>
      <p:sp>
        <p:nvSpPr>
          <p:cNvPr id="191" name="Google Shape;149;p20"/>
          <p:cNvSpPr/>
          <p:nvPr/>
        </p:nvSpPr>
        <p:spPr>
          <a:xfrm>
            <a:off x="3115440" y="3218040"/>
            <a:ext cx="1150920" cy="38088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s-419" sz="800" spc="-1" strike="noStrike">
                <a:solidFill>
                  <a:srgbClr val="ffffff"/>
                </a:solidFill>
                <a:latin typeface="Arial"/>
                <a:ea typeface="Arial"/>
              </a:rPr>
              <a:t>Launch</a:t>
            </a:r>
            <a:endParaRPr b="0" lang="en-US" sz="800" spc="-1" strike="noStrike">
              <a:latin typeface="Arial"/>
            </a:endParaRPr>
          </a:p>
          <a:p>
            <a:pPr algn="ctr">
              <a:lnSpc>
                <a:spcPct val="100000"/>
              </a:lnSpc>
              <a:buNone/>
              <a:tabLst>
                <a:tab algn="l" pos="0"/>
              </a:tabLst>
            </a:pPr>
            <a:r>
              <a:rPr b="1" lang="es-419" sz="800" spc="-1" strike="noStrike">
                <a:solidFill>
                  <a:srgbClr val="ffffff"/>
                </a:solidFill>
                <a:latin typeface="Arial"/>
                <a:ea typeface="Arial"/>
              </a:rPr>
              <a:t>simulation</a:t>
            </a:r>
            <a:endParaRPr b="0" lang="en-US" sz="800" spc="-1" strike="noStrike">
              <a:latin typeface="Arial"/>
            </a:endParaRPr>
          </a:p>
        </p:txBody>
      </p:sp>
      <p:sp>
        <p:nvSpPr>
          <p:cNvPr id="192" name="Google Shape;150;p20"/>
          <p:cNvSpPr/>
          <p:nvPr/>
        </p:nvSpPr>
        <p:spPr>
          <a:xfrm flipH="1" rot="10800000">
            <a:off x="3230280" y="3811680"/>
            <a:ext cx="843480" cy="10800"/>
          </a:xfrm>
          <a:custGeom>
            <a:avLst/>
            <a:gdLst/>
            <a:ahLst/>
            <a:rect l="l" t="t" r="r" b="b"/>
            <a:pathLst>
              <a:path w="21600" h="21600">
                <a:moveTo>
                  <a:pt x="0" y="0"/>
                </a:moveTo>
                <a:lnTo>
                  <a:pt x="21600" y="21600"/>
                </a:lnTo>
              </a:path>
            </a:pathLst>
          </a:custGeom>
          <a:noFill/>
          <a:ln w="12700">
            <a:solidFill>
              <a:srgbClr val="2563a5"/>
            </a:solidFill>
            <a:round/>
          </a:ln>
        </p:spPr>
        <p:style>
          <a:lnRef idx="0"/>
          <a:fillRef idx="0"/>
          <a:effectRef idx="0"/>
          <a:fontRef idx="minor"/>
        </p:style>
      </p:sp>
      <p:sp>
        <p:nvSpPr>
          <p:cNvPr id="193" name="Google Shape;151;p20"/>
          <p:cNvSpPr/>
          <p:nvPr/>
        </p:nvSpPr>
        <p:spPr>
          <a:xfrm>
            <a:off x="4624560" y="2777400"/>
            <a:ext cx="1206360" cy="2907000"/>
          </a:xfrm>
          <a:prstGeom prst="roundRect">
            <a:avLst>
              <a:gd name="adj" fmla="val 16667"/>
            </a:avLst>
          </a:prstGeom>
          <a:solidFill>
            <a:srgbClr val="4f6128"/>
          </a:solidFill>
          <a:ln w="13950">
            <a:solidFill>
              <a:srgbClr val="498b40"/>
            </a:solidFill>
            <a:round/>
          </a:ln>
          <a:effectLst>
            <a:outerShdw blurRad="39960" dir="5400000" dist="23040" rotWithShape="0">
              <a:srgbClr val="000000">
                <a:alpha val="35000"/>
              </a:srgbClr>
            </a:outerShdw>
          </a:effectLst>
        </p:spPr>
        <p:style>
          <a:lnRef idx="0"/>
          <a:fillRef idx="0"/>
          <a:effectRef idx="0"/>
          <a:fontRef idx="minor"/>
        </p:style>
      </p:sp>
      <p:sp>
        <p:nvSpPr>
          <p:cNvPr id="194" name="Google Shape;152;p20"/>
          <p:cNvSpPr/>
          <p:nvPr/>
        </p:nvSpPr>
        <p:spPr>
          <a:xfrm>
            <a:off x="5033160" y="2564280"/>
            <a:ext cx="346680" cy="346680"/>
          </a:xfrm>
          <a:prstGeom prst="ellipse">
            <a:avLst/>
          </a:prstGeom>
          <a:solidFill>
            <a:srgbClr val="498b40"/>
          </a:solidFill>
          <a:ln w="15225">
            <a:solidFill>
              <a:srgbClr val="498b40"/>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gn="ctr">
              <a:lnSpc>
                <a:spcPct val="100000"/>
              </a:lnSpc>
              <a:buNone/>
              <a:tabLst>
                <a:tab algn="l" pos="0"/>
              </a:tabLst>
            </a:pPr>
            <a:r>
              <a:rPr b="1" lang="es-419" sz="1100" spc="-1" strike="noStrike">
                <a:solidFill>
                  <a:srgbClr val="ffffff"/>
                </a:solidFill>
                <a:latin typeface="Arial"/>
                <a:ea typeface="Arial"/>
              </a:rPr>
              <a:t>2</a:t>
            </a:r>
            <a:endParaRPr b="0" lang="en-US" sz="1100" spc="-1" strike="noStrike">
              <a:latin typeface="Arial"/>
            </a:endParaRPr>
          </a:p>
        </p:txBody>
      </p:sp>
      <p:sp>
        <p:nvSpPr>
          <p:cNvPr id="195" name="Google Shape;153;p20"/>
          <p:cNvSpPr/>
          <p:nvPr/>
        </p:nvSpPr>
        <p:spPr>
          <a:xfrm>
            <a:off x="4679280" y="2945520"/>
            <a:ext cx="1133280" cy="294840"/>
          </a:xfrm>
          <a:prstGeom prst="rect">
            <a:avLst/>
          </a:prstGeom>
          <a:noFill/>
          <a:ln w="0">
            <a:noFill/>
          </a:ln>
        </p:spPr>
        <p:style>
          <a:lnRef idx="0"/>
          <a:fillRef idx="0"/>
          <a:effectRef idx="0"/>
          <a:fontRef idx="minor"/>
        </p:style>
        <p:txBody>
          <a:bodyPr lIns="34200" rIns="34200" tIns="13680" bIns="13680" anchor="ctr">
            <a:noAutofit/>
          </a:bodyPr>
          <a:p>
            <a:pPr algn="ctr">
              <a:lnSpc>
                <a:spcPct val="100000"/>
              </a:lnSpc>
              <a:buNone/>
              <a:tabLst>
                <a:tab algn="l" pos="0"/>
              </a:tabLst>
            </a:pPr>
            <a:r>
              <a:rPr b="1" lang="es-419" sz="1300" spc="-1" strike="noStrike">
                <a:solidFill>
                  <a:srgbClr val="d6e3bc"/>
                </a:solidFill>
                <a:latin typeface="Arial"/>
                <a:ea typeface="Arial"/>
              </a:rPr>
              <a:t>18 s:</a:t>
            </a:r>
            <a:endParaRPr b="0" lang="en-US" sz="1300" spc="-1" strike="noStrike">
              <a:latin typeface="Arial"/>
            </a:endParaRPr>
          </a:p>
        </p:txBody>
      </p:sp>
      <p:sp>
        <p:nvSpPr>
          <p:cNvPr id="196" name="Google Shape;154;p20"/>
          <p:cNvSpPr/>
          <p:nvPr/>
        </p:nvSpPr>
        <p:spPr>
          <a:xfrm>
            <a:off x="4679280" y="3229560"/>
            <a:ext cx="1150920" cy="38088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s-419" sz="800" spc="-1" strike="noStrike">
                <a:solidFill>
                  <a:srgbClr val="d6e3bc"/>
                </a:solidFill>
                <a:latin typeface="Arial"/>
                <a:ea typeface="Arial"/>
              </a:rPr>
              <a:t>spawn_pick_</a:t>
            </a:r>
            <a:endParaRPr b="0" lang="en-US" sz="800" spc="-1" strike="noStrike">
              <a:latin typeface="Arial"/>
            </a:endParaRPr>
          </a:p>
          <a:p>
            <a:pPr algn="ctr">
              <a:lnSpc>
                <a:spcPct val="100000"/>
              </a:lnSpc>
              <a:buNone/>
              <a:tabLst>
                <a:tab algn="l" pos="0"/>
              </a:tabLst>
            </a:pPr>
            <a:r>
              <a:rPr b="1" lang="es-419" sz="800" spc="-1" strike="noStrike">
                <a:solidFill>
                  <a:srgbClr val="d6e3bc"/>
                </a:solidFill>
                <a:latin typeface="Arial"/>
                <a:ea typeface="Arial"/>
              </a:rPr>
              <a:t>place_scene.py</a:t>
            </a:r>
            <a:endParaRPr b="0" lang="en-US" sz="800" spc="-1" strike="noStrike">
              <a:latin typeface="Arial"/>
            </a:endParaRPr>
          </a:p>
        </p:txBody>
      </p:sp>
      <p:sp>
        <p:nvSpPr>
          <p:cNvPr id="197" name="Google Shape;155;p20"/>
          <p:cNvSpPr/>
          <p:nvPr/>
        </p:nvSpPr>
        <p:spPr>
          <a:xfrm>
            <a:off x="4697280" y="3830040"/>
            <a:ext cx="1072800" cy="720"/>
          </a:xfrm>
          <a:custGeom>
            <a:avLst/>
            <a:gdLst/>
            <a:ahLst/>
            <a:rect l="l" t="t" r="r" b="b"/>
            <a:pathLst>
              <a:path w="21600" h="21600">
                <a:moveTo>
                  <a:pt x="0" y="0"/>
                </a:moveTo>
                <a:lnTo>
                  <a:pt x="21600" y="21600"/>
                </a:lnTo>
              </a:path>
            </a:pathLst>
          </a:custGeom>
          <a:noFill/>
          <a:ln w="12700">
            <a:solidFill>
              <a:srgbClr val="498b40"/>
            </a:solidFill>
            <a:round/>
          </a:ln>
        </p:spPr>
        <p:style>
          <a:lnRef idx="0"/>
          <a:fillRef idx="0"/>
          <a:effectRef idx="0"/>
          <a:fontRef idx="minor"/>
        </p:style>
      </p:sp>
      <p:sp>
        <p:nvSpPr>
          <p:cNvPr id="198" name="Google Shape;156;p20"/>
          <p:cNvSpPr/>
          <p:nvPr/>
        </p:nvSpPr>
        <p:spPr>
          <a:xfrm>
            <a:off x="4624560" y="3898800"/>
            <a:ext cx="1150920" cy="878400"/>
          </a:xfrm>
          <a:prstGeom prst="rect">
            <a:avLst/>
          </a:prstGeom>
          <a:noFill/>
          <a:ln w="0">
            <a:noFill/>
          </a:ln>
        </p:spPr>
        <p:style>
          <a:lnRef idx="0"/>
          <a:fillRef idx="0"/>
          <a:effectRef idx="0"/>
          <a:fontRef idx="minor"/>
        </p:style>
        <p:txBody>
          <a:bodyPr lIns="34200" rIns="34200" tIns="13680" bIns="13680" anchor="t">
            <a:noAutofit/>
          </a:bodyPr>
          <a:p>
            <a:pPr>
              <a:lnSpc>
                <a:spcPct val="100000"/>
              </a:lnSpc>
              <a:buNone/>
              <a:tabLst>
                <a:tab algn="l" pos="0"/>
              </a:tabLst>
            </a:pPr>
            <a:r>
              <a:rPr b="0" lang="es-419" sz="700" spc="-1" strike="noStrike">
                <a:solidFill>
                  <a:srgbClr val="d6e3bc"/>
                </a:solidFill>
                <a:latin typeface="Arial"/>
                <a:ea typeface="Arial"/>
              </a:rPr>
              <a:t>Populate the table</a:t>
            </a:r>
            <a:endParaRPr b="0" lang="en-US" sz="700" spc="-1" strike="noStrike">
              <a:latin typeface="Arial"/>
            </a:endParaRPr>
          </a:p>
          <a:p>
            <a:pPr>
              <a:lnSpc>
                <a:spcPct val="100000"/>
              </a:lnSpc>
              <a:buNone/>
              <a:tabLst>
                <a:tab algn="l" pos="0"/>
              </a:tabLst>
            </a:pPr>
            <a:r>
              <a:rPr b="0" lang="es-419" sz="700" spc="-1" strike="noStrike">
                <a:solidFill>
                  <a:srgbClr val="d6e3bc"/>
                </a:solidFill>
                <a:latin typeface="Arial"/>
                <a:ea typeface="Arial"/>
              </a:rPr>
              <a:t>with 9 objects</a:t>
            </a:r>
            <a:endParaRPr b="0" lang="en-US" sz="700" spc="-1" strike="noStrike">
              <a:latin typeface="Arial"/>
            </a:endParaRPr>
          </a:p>
          <a:p>
            <a:pPr>
              <a:lnSpc>
                <a:spcPct val="100000"/>
              </a:lnSpc>
              <a:buNone/>
              <a:tabLst>
                <a:tab algn="l" pos="0"/>
              </a:tabLst>
            </a:pPr>
            <a:r>
              <a:rPr b="0" lang="es-419" sz="700" spc="-1" strike="noStrike">
                <a:solidFill>
                  <a:srgbClr val="d6e3bc"/>
                </a:solidFill>
                <a:latin typeface="Arial"/>
                <a:ea typeface="Arial"/>
              </a:rPr>
              <a:t>(blocks, cans, boxes</a:t>
            </a:r>
            <a:endParaRPr b="0" lang="en-US" sz="700" spc="-1" strike="noStrike">
              <a:latin typeface="Arial"/>
            </a:endParaRPr>
          </a:p>
          <a:p>
            <a:pPr>
              <a:lnSpc>
                <a:spcPct val="100000"/>
              </a:lnSpc>
              <a:buNone/>
              <a:tabLst>
                <a:tab algn="l" pos="0"/>
              </a:tabLst>
            </a:pPr>
            <a:r>
              <a:rPr b="0" lang="es-419" sz="700" spc="-1" strike="noStrike">
                <a:solidFill>
                  <a:srgbClr val="d6e3bc"/>
                </a:solidFill>
                <a:latin typeface="Arial"/>
                <a:ea typeface="Arial"/>
              </a:rPr>
              <a:t>of different sizes</a:t>
            </a:r>
            <a:endParaRPr b="0" lang="en-US" sz="700" spc="-1" strike="noStrike">
              <a:latin typeface="Arial"/>
            </a:endParaRPr>
          </a:p>
          <a:p>
            <a:pPr algn="ctr">
              <a:lnSpc>
                <a:spcPct val="100000"/>
              </a:lnSpc>
              <a:buNone/>
              <a:tabLst>
                <a:tab algn="l" pos="0"/>
              </a:tabLst>
            </a:pPr>
            <a:r>
              <a:rPr b="0" lang="es-419" sz="700" spc="-1" strike="noStrike">
                <a:solidFill>
                  <a:srgbClr val="d6e3bc"/>
                </a:solidFill>
                <a:latin typeface="Arial"/>
                <a:ea typeface="Arial"/>
              </a:rPr>
              <a:t>and colors)</a:t>
            </a:r>
            <a:endParaRPr b="0" lang="en-US" sz="700" spc="-1" strike="noStrike">
              <a:latin typeface="Arial"/>
            </a:endParaRPr>
          </a:p>
        </p:txBody>
      </p:sp>
      <p:sp>
        <p:nvSpPr>
          <p:cNvPr id="199" name="Google Shape;157;p20"/>
          <p:cNvSpPr/>
          <p:nvPr/>
        </p:nvSpPr>
        <p:spPr>
          <a:xfrm>
            <a:off x="6266160" y="2777760"/>
            <a:ext cx="1261080" cy="2952360"/>
          </a:xfrm>
          <a:prstGeom prst="roundRect">
            <a:avLst>
              <a:gd name="adj" fmla="val 16667"/>
            </a:avLst>
          </a:prstGeom>
          <a:solidFill>
            <a:srgbClr val="e36c09"/>
          </a:solidFill>
          <a:ln w="13950">
            <a:solidFill>
              <a:srgbClr val="e89417"/>
            </a:solidFill>
            <a:round/>
          </a:ln>
          <a:effectLst>
            <a:outerShdw blurRad="39960" dir="5400000" dist="23040" rotWithShape="0">
              <a:srgbClr val="000000">
                <a:alpha val="35000"/>
              </a:srgbClr>
            </a:outerShdw>
          </a:effectLst>
        </p:spPr>
        <p:style>
          <a:lnRef idx="0"/>
          <a:fillRef idx="0"/>
          <a:effectRef idx="0"/>
          <a:fontRef idx="minor"/>
        </p:style>
      </p:sp>
      <p:sp>
        <p:nvSpPr>
          <p:cNvPr id="200" name="Google Shape;158;p20"/>
          <p:cNvSpPr/>
          <p:nvPr/>
        </p:nvSpPr>
        <p:spPr>
          <a:xfrm>
            <a:off x="6705360" y="2576520"/>
            <a:ext cx="346680" cy="351720"/>
          </a:xfrm>
          <a:prstGeom prst="ellipse">
            <a:avLst/>
          </a:prstGeom>
          <a:solidFill>
            <a:srgbClr val="e89417"/>
          </a:solidFill>
          <a:ln w="15225">
            <a:solidFill>
              <a:srgbClr val="e89417"/>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gn="ctr">
              <a:lnSpc>
                <a:spcPct val="100000"/>
              </a:lnSpc>
              <a:buNone/>
              <a:tabLst>
                <a:tab algn="l" pos="0"/>
              </a:tabLst>
            </a:pPr>
            <a:r>
              <a:rPr b="1" lang="es-419" sz="1100" spc="-1" strike="noStrike">
                <a:solidFill>
                  <a:srgbClr val="ffffff"/>
                </a:solidFill>
                <a:latin typeface="Arial"/>
                <a:ea typeface="Arial"/>
              </a:rPr>
              <a:t>3</a:t>
            </a:r>
            <a:endParaRPr b="0" lang="en-US" sz="1100" spc="-1" strike="noStrike">
              <a:latin typeface="Arial"/>
            </a:endParaRPr>
          </a:p>
        </p:txBody>
      </p:sp>
      <p:sp>
        <p:nvSpPr>
          <p:cNvPr id="201" name="Google Shape;159;p20"/>
          <p:cNvSpPr/>
          <p:nvPr/>
        </p:nvSpPr>
        <p:spPr>
          <a:xfrm>
            <a:off x="6352200" y="2961720"/>
            <a:ext cx="1133280" cy="294840"/>
          </a:xfrm>
          <a:prstGeom prst="rect">
            <a:avLst/>
          </a:prstGeom>
          <a:noFill/>
          <a:ln w="0">
            <a:noFill/>
          </a:ln>
        </p:spPr>
        <p:style>
          <a:lnRef idx="0"/>
          <a:fillRef idx="0"/>
          <a:effectRef idx="0"/>
          <a:fontRef idx="minor"/>
        </p:style>
        <p:txBody>
          <a:bodyPr lIns="34200" rIns="34200" tIns="13680" bIns="13680" anchor="ctr">
            <a:noAutofit/>
          </a:bodyPr>
          <a:p>
            <a:pPr algn="ctr">
              <a:lnSpc>
                <a:spcPct val="100000"/>
              </a:lnSpc>
              <a:buNone/>
              <a:tabLst>
                <a:tab algn="l" pos="0"/>
              </a:tabLst>
            </a:pPr>
            <a:r>
              <a:rPr b="1" lang="es-419" sz="1300" spc="-1" strike="noStrike">
                <a:solidFill>
                  <a:srgbClr val="fabf8e"/>
                </a:solidFill>
                <a:latin typeface="Arial"/>
                <a:ea typeface="Arial"/>
              </a:rPr>
              <a:t>35 s:</a:t>
            </a:r>
            <a:endParaRPr b="0" lang="en-US" sz="1300" spc="-1" strike="noStrike">
              <a:latin typeface="Arial"/>
            </a:endParaRPr>
          </a:p>
        </p:txBody>
      </p:sp>
      <p:sp>
        <p:nvSpPr>
          <p:cNvPr id="202" name="Google Shape;160;p20"/>
          <p:cNvSpPr/>
          <p:nvPr/>
        </p:nvSpPr>
        <p:spPr>
          <a:xfrm>
            <a:off x="6320880" y="3229560"/>
            <a:ext cx="1150920" cy="38088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s-419" sz="800" spc="-1" strike="noStrike">
                <a:solidFill>
                  <a:srgbClr val="fde9d8"/>
                </a:solidFill>
                <a:latin typeface="Arial"/>
                <a:ea typeface="Arial"/>
              </a:rPr>
              <a:t>send_safe_</a:t>
            </a:r>
            <a:endParaRPr b="0" lang="en-US" sz="800" spc="-1" strike="noStrike">
              <a:latin typeface="Arial"/>
            </a:endParaRPr>
          </a:p>
          <a:p>
            <a:pPr algn="ctr">
              <a:lnSpc>
                <a:spcPct val="100000"/>
              </a:lnSpc>
              <a:buNone/>
              <a:tabLst>
                <a:tab algn="l" pos="0"/>
              </a:tabLst>
            </a:pPr>
            <a:r>
              <a:rPr b="1" lang="es-419" sz="800" spc="-1" strike="noStrike">
                <a:solidFill>
                  <a:srgbClr val="fde9d8"/>
                </a:solidFill>
                <a:latin typeface="Arial"/>
                <a:ea typeface="Arial"/>
              </a:rPr>
              <a:t>pose.py</a:t>
            </a:r>
            <a:endParaRPr b="0" lang="en-US" sz="800" spc="-1" strike="noStrike">
              <a:latin typeface="Arial"/>
            </a:endParaRPr>
          </a:p>
        </p:txBody>
      </p:sp>
      <p:sp>
        <p:nvSpPr>
          <p:cNvPr id="203" name="Google Shape;161;p20"/>
          <p:cNvSpPr/>
          <p:nvPr/>
        </p:nvSpPr>
        <p:spPr>
          <a:xfrm>
            <a:off x="6410160" y="3821760"/>
            <a:ext cx="1042560" cy="720"/>
          </a:xfrm>
          <a:custGeom>
            <a:avLst/>
            <a:gdLst/>
            <a:ahLst/>
            <a:rect l="l" t="t" r="r" b="b"/>
            <a:pathLst>
              <a:path w="21600" h="21600">
                <a:moveTo>
                  <a:pt x="0" y="0"/>
                </a:moveTo>
                <a:lnTo>
                  <a:pt x="21600" y="21600"/>
                </a:lnTo>
              </a:path>
            </a:pathLst>
          </a:custGeom>
          <a:noFill/>
          <a:ln w="12700">
            <a:solidFill>
              <a:srgbClr val="e89417"/>
            </a:solidFill>
            <a:round/>
          </a:ln>
        </p:spPr>
        <p:style>
          <a:lnRef idx="0"/>
          <a:fillRef idx="0"/>
          <a:effectRef idx="0"/>
          <a:fontRef idx="minor"/>
        </p:style>
      </p:sp>
      <p:sp>
        <p:nvSpPr>
          <p:cNvPr id="204" name="Google Shape;162;p20"/>
          <p:cNvSpPr/>
          <p:nvPr/>
        </p:nvSpPr>
        <p:spPr>
          <a:xfrm>
            <a:off x="6284160" y="3894480"/>
            <a:ext cx="1150920" cy="456840"/>
          </a:xfrm>
          <a:prstGeom prst="rect">
            <a:avLst/>
          </a:prstGeom>
          <a:noFill/>
          <a:ln w="0">
            <a:noFill/>
          </a:ln>
        </p:spPr>
        <p:style>
          <a:lnRef idx="0"/>
          <a:fillRef idx="0"/>
          <a:effectRef idx="0"/>
          <a:fontRef idx="minor"/>
        </p:style>
        <p:txBody>
          <a:bodyPr lIns="34200" rIns="34200" tIns="13680" bIns="13680" anchor="t">
            <a:noAutofit/>
          </a:bodyPr>
          <a:p>
            <a:pPr>
              <a:lnSpc>
                <a:spcPct val="100000"/>
              </a:lnSpc>
              <a:buNone/>
              <a:tabLst>
                <a:tab algn="l" pos="0"/>
              </a:tabLst>
            </a:pPr>
            <a:r>
              <a:rPr b="0" lang="es-419" sz="700" spc="-1" strike="noStrike">
                <a:solidFill>
                  <a:srgbClr val="fde9d8"/>
                </a:solidFill>
                <a:latin typeface="Arial"/>
                <a:ea typeface="Arial"/>
              </a:rPr>
              <a:t>Move the arm to</a:t>
            </a:r>
            <a:endParaRPr b="0" lang="en-US" sz="700" spc="-1" strike="noStrike">
              <a:latin typeface="Arial"/>
            </a:endParaRPr>
          </a:p>
          <a:p>
            <a:pPr>
              <a:lnSpc>
                <a:spcPct val="100000"/>
              </a:lnSpc>
              <a:buNone/>
              <a:tabLst>
                <a:tab algn="l" pos="0"/>
              </a:tabLst>
            </a:pPr>
            <a:r>
              <a:rPr b="0" lang="es-419" sz="700" spc="-1" strike="noStrike">
                <a:solidFill>
                  <a:srgbClr val="fde9d8"/>
                </a:solidFill>
                <a:latin typeface="Arial"/>
                <a:ea typeface="Arial"/>
              </a:rPr>
              <a:t>a neutral / safe</a:t>
            </a:r>
            <a:endParaRPr b="0" lang="en-US" sz="700" spc="-1" strike="noStrike">
              <a:latin typeface="Arial"/>
            </a:endParaRPr>
          </a:p>
          <a:p>
            <a:pPr algn="ctr">
              <a:lnSpc>
                <a:spcPct val="100000"/>
              </a:lnSpc>
              <a:buNone/>
              <a:tabLst>
                <a:tab algn="l" pos="0"/>
              </a:tabLst>
            </a:pPr>
            <a:r>
              <a:rPr b="0" lang="es-419" sz="700" spc="-1" strike="noStrike">
                <a:solidFill>
                  <a:srgbClr val="fde9d8"/>
                </a:solidFill>
                <a:latin typeface="Arial"/>
                <a:ea typeface="Arial"/>
              </a:rPr>
              <a:t>posture</a:t>
            </a:r>
            <a:endParaRPr b="0" lang="en-US" sz="700" spc="-1" strike="noStrike">
              <a:latin typeface="Arial"/>
            </a:endParaRPr>
          </a:p>
        </p:txBody>
      </p:sp>
      <p:sp>
        <p:nvSpPr>
          <p:cNvPr id="205" name="Google Shape;163;p20"/>
          <p:cNvSpPr/>
          <p:nvPr/>
        </p:nvSpPr>
        <p:spPr>
          <a:xfrm>
            <a:off x="7937640" y="2786040"/>
            <a:ext cx="1398240" cy="2963880"/>
          </a:xfrm>
          <a:prstGeom prst="roundRect">
            <a:avLst>
              <a:gd name="adj" fmla="val 16667"/>
            </a:avLst>
          </a:prstGeom>
          <a:solidFill>
            <a:srgbClr val="a50021"/>
          </a:solidFill>
          <a:ln w="13950">
            <a:solidFill>
              <a:srgbClr val="2563a5"/>
            </a:solidFill>
            <a:round/>
          </a:ln>
          <a:effectLst>
            <a:outerShdw blurRad="39960" dir="5400000" dist="23040" rotWithShape="0">
              <a:srgbClr val="000000">
                <a:alpha val="35000"/>
              </a:srgbClr>
            </a:outerShdw>
          </a:effectLst>
        </p:spPr>
        <p:style>
          <a:lnRef idx="0"/>
          <a:fillRef idx="0"/>
          <a:effectRef idx="0"/>
          <a:fontRef idx="minor"/>
        </p:style>
      </p:sp>
      <p:sp>
        <p:nvSpPr>
          <p:cNvPr id="206" name="Google Shape;164;p20"/>
          <p:cNvSpPr/>
          <p:nvPr/>
        </p:nvSpPr>
        <p:spPr>
          <a:xfrm>
            <a:off x="8377200" y="2564280"/>
            <a:ext cx="321480" cy="353160"/>
          </a:xfrm>
          <a:prstGeom prst="ellipse">
            <a:avLst/>
          </a:prstGeom>
          <a:solidFill>
            <a:srgbClr val="c00000"/>
          </a:solidFill>
          <a:ln w="15225">
            <a:solidFill>
              <a:srgbClr val="2563a5"/>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gn="ctr">
              <a:lnSpc>
                <a:spcPct val="100000"/>
              </a:lnSpc>
              <a:buNone/>
              <a:tabLst>
                <a:tab algn="l" pos="0"/>
              </a:tabLst>
            </a:pPr>
            <a:r>
              <a:rPr b="1" lang="es-419" sz="1100" spc="-1" strike="noStrike">
                <a:solidFill>
                  <a:srgbClr val="ffffff"/>
                </a:solidFill>
                <a:latin typeface="Arial"/>
                <a:ea typeface="Arial"/>
              </a:rPr>
              <a:t>4</a:t>
            </a:r>
            <a:endParaRPr b="0" lang="en-US" sz="1100" spc="-1" strike="noStrike">
              <a:latin typeface="Arial"/>
            </a:endParaRPr>
          </a:p>
        </p:txBody>
      </p:sp>
      <p:sp>
        <p:nvSpPr>
          <p:cNvPr id="207" name="Google Shape;165;p20"/>
          <p:cNvSpPr/>
          <p:nvPr/>
        </p:nvSpPr>
        <p:spPr>
          <a:xfrm>
            <a:off x="8064720" y="2944080"/>
            <a:ext cx="1177920" cy="294840"/>
          </a:xfrm>
          <a:prstGeom prst="rect">
            <a:avLst/>
          </a:prstGeom>
          <a:noFill/>
          <a:ln w="0">
            <a:noFill/>
          </a:ln>
        </p:spPr>
        <p:style>
          <a:lnRef idx="0"/>
          <a:fillRef idx="0"/>
          <a:effectRef idx="0"/>
          <a:fontRef idx="minor"/>
        </p:style>
        <p:txBody>
          <a:bodyPr lIns="34200" rIns="34200" tIns="13680" bIns="13680" anchor="ctr">
            <a:noAutofit/>
          </a:bodyPr>
          <a:p>
            <a:pPr algn="ctr">
              <a:lnSpc>
                <a:spcPct val="100000"/>
              </a:lnSpc>
              <a:buNone/>
              <a:tabLst>
                <a:tab algn="l" pos="0"/>
              </a:tabLst>
            </a:pPr>
            <a:r>
              <a:rPr b="1" lang="es-419" sz="1300" spc="-1" strike="noStrike">
                <a:solidFill>
                  <a:srgbClr val="e5b8b7"/>
                </a:solidFill>
                <a:latin typeface="Arial"/>
                <a:ea typeface="Arial"/>
              </a:rPr>
              <a:t>70 s:</a:t>
            </a:r>
            <a:endParaRPr b="0" lang="en-US" sz="1300" spc="-1" strike="noStrike">
              <a:latin typeface="Arial"/>
            </a:endParaRPr>
          </a:p>
        </p:txBody>
      </p:sp>
      <p:sp>
        <p:nvSpPr>
          <p:cNvPr id="208" name="Google Shape;166;p20"/>
          <p:cNvSpPr/>
          <p:nvPr/>
        </p:nvSpPr>
        <p:spPr>
          <a:xfrm>
            <a:off x="8047800" y="3203640"/>
            <a:ext cx="1194840" cy="55296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s-419" sz="800" spc="-1" strike="noStrike">
                <a:solidFill>
                  <a:srgbClr val="e5b8b7"/>
                </a:solidFill>
                <a:latin typeface="Arial"/>
                <a:ea typeface="Arial"/>
              </a:rPr>
              <a:t>go_to_top_</a:t>
            </a:r>
            <a:endParaRPr b="0" lang="en-US" sz="800" spc="-1" strike="noStrike">
              <a:latin typeface="Arial"/>
            </a:endParaRPr>
          </a:p>
          <a:p>
            <a:pPr>
              <a:lnSpc>
                <a:spcPct val="100000"/>
              </a:lnSpc>
              <a:buNone/>
              <a:tabLst>
                <a:tab algn="l" pos="0"/>
              </a:tabLst>
            </a:pPr>
            <a:r>
              <a:rPr b="1" lang="es-419" sz="800" spc="-1" strike="noStrike">
                <a:solidFill>
                  <a:srgbClr val="e5b8b7"/>
                </a:solidFill>
                <a:latin typeface="Arial"/>
                <a:ea typeface="Arial"/>
              </a:rPr>
              <a:t>hand_camera_</a:t>
            </a:r>
            <a:endParaRPr b="0" lang="en-US" sz="800" spc="-1" strike="noStrike">
              <a:latin typeface="Arial"/>
            </a:endParaRPr>
          </a:p>
          <a:p>
            <a:pPr algn="ctr">
              <a:lnSpc>
                <a:spcPct val="100000"/>
              </a:lnSpc>
              <a:buNone/>
              <a:tabLst>
                <a:tab algn="l" pos="0"/>
              </a:tabLst>
            </a:pPr>
            <a:r>
              <a:rPr b="1" lang="es-419" sz="800" spc="-1" strike="noStrike">
                <a:solidFill>
                  <a:srgbClr val="e5b8b7"/>
                </a:solidFill>
                <a:latin typeface="Arial"/>
                <a:ea typeface="Arial"/>
              </a:rPr>
              <a:t>pos.py</a:t>
            </a:r>
            <a:endParaRPr b="0" lang="en-US" sz="800" spc="-1" strike="noStrike">
              <a:latin typeface="Arial"/>
            </a:endParaRPr>
          </a:p>
        </p:txBody>
      </p:sp>
      <p:sp>
        <p:nvSpPr>
          <p:cNvPr id="209" name="Google Shape;167;p20"/>
          <p:cNvSpPr/>
          <p:nvPr/>
        </p:nvSpPr>
        <p:spPr>
          <a:xfrm>
            <a:off x="8102520" y="3825360"/>
            <a:ext cx="1093680" cy="360"/>
          </a:xfrm>
          <a:custGeom>
            <a:avLst/>
            <a:gdLst/>
            <a:ahLst/>
            <a:rect l="l" t="t" r="r" b="b"/>
            <a:pathLst>
              <a:path w="21600" h="21600">
                <a:moveTo>
                  <a:pt x="0" y="0"/>
                </a:moveTo>
                <a:lnTo>
                  <a:pt x="21600" y="21600"/>
                </a:lnTo>
              </a:path>
            </a:pathLst>
          </a:custGeom>
          <a:noFill/>
          <a:ln w="9525">
            <a:solidFill>
              <a:srgbClr val="be4b48"/>
            </a:solidFill>
            <a:round/>
          </a:ln>
        </p:spPr>
        <p:style>
          <a:lnRef idx="0"/>
          <a:fillRef idx="0"/>
          <a:effectRef idx="0"/>
          <a:fontRef idx="minor"/>
        </p:style>
      </p:sp>
      <p:sp>
        <p:nvSpPr>
          <p:cNvPr id="210" name="Google Shape;168;p20"/>
          <p:cNvSpPr/>
          <p:nvPr/>
        </p:nvSpPr>
        <p:spPr>
          <a:xfrm>
            <a:off x="7967520" y="3833640"/>
            <a:ext cx="1288440" cy="597600"/>
          </a:xfrm>
          <a:prstGeom prst="rect">
            <a:avLst/>
          </a:prstGeom>
          <a:noFill/>
          <a:ln w="0">
            <a:noFill/>
          </a:ln>
        </p:spPr>
        <p:style>
          <a:lnRef idx="0"/>
          <a:fillRef idx="0"/>
          <a:effectRef idx="0"/>
          <a:fontRef idx="minor"/>
        </p:style>
        <p:txBody>
          <a:bodyPr lIns="34200" rIns="34200" tIns="13680" bIns="13680" anchor="t">
            <a:noAutofit/>
          </a:bodyPr>
          <a:p>
            <a:pPr>
              <a:lnSpc>
                <a:spcPct val="100000"/>
              </a:lnSpc>
              <a:buNone/>
              <a:tabLst>
                <a:tab algn="l" pos="0"/>
              </a:tabLst>
            </a:pPr>
            <a:r>
              <a:rPr b="0" lang="es-419" sz="700" spc="-1" strike="noStrike">
                <a:solidFill>
                  <a:srgbClr val="e5b8b7"/>
                </a:solidFill>
                <a:latin typeface="Arial"/>
                <a:ea typeface="Arial"/>
              </a:rPr>
              <a:t>Move the hand</a:t>
            </a:r>
            <a:endParaRPr b="0" lang="en-US" sz="700" spc="-1" strike="noStrike">
              <a:latin typeface="Arial"/>
            </a:endParaRPr>
          </a:p>
          <a:p>
            <a:pPr>
              <a:lnSpc>
                <a:spcPct val="100000"/>
              </a:lnSpc>
              <a:buNone/>
              <a:tabLst>
                <a:tab algn="l" pos="0"/>
              </a:tabLst>
            </a:pPr>
            <a:r>
              <a:rPr b="0" lang="es-419" sz="700" spc="-1" strike="noStrike">
                <a:solidFill>
                  <a:srgbClr val="e5b8b7"/>
                </a:solidFill>
                <a:latin typeface="Arial"/>
                <a:ea typeface="Arial"/>
              </a:rPr>
              <a:t>camera above the</a:t>
            </a:r>
            <a:endParaRPr b="0" lang="en-US" sz="700" spc="-1" strike="noStrike">
              <a:latin typeface="Arial"/>
            </a:endParaRPr>
          </a:p>
          <a:p>
            <a:pPr>
              <a:lnSpc>
                <a:spcPct val="100000"/>
              </a:lnSpc>
              <a:buNone/>
              <a:tabLst>
                <a:tab algn="l" pos="0"/>
              </a:tabLst>
            </a:pPr>
            <a:r>
              <a:rPr b="0" lang="es-419" sz="700" spc="-1" strike="noStrike">
                <a:solidFill>
                  <a:srgbClr val="e5b8b7"/>
                </a:solidFill>
                <a:latin typeface="Arial"/>
                <a:ea typeface="Arial"/>
              </a:rPr>
              <a:t>workspace for</a:t>
            </a:r>
            <a:endParaRPr b="0" lang="en-US" sz="700" spc="-1" strike="noStrike">
              <a:latin typeface="Arial"/>
            </a:endParaRPr>
          </a:p>
          <a:p>
            <a:pPr algn="ctr">
              <a:lnSpc>
                <a:spcPct val="100000"/>
              </a:lnSpc>
              <a:buNone/>
              <a:tabLst>
                <a:tab algn="l" pos="0"/>
              </a:tabLst>
            </a:pPr>
            <a:r>
              <a:rPr b="0" lang="es-419" sz="700" spc="-1" strike="noStrike">
                <a:solidFill>
                  <a:srgbClr val="e5b8b7"/>
                </a:solidFill>
                <a:latin typeface="Arial"/>
                <a:ea typeface="Arial"/>
              </a:rPr>
              <a:t>top-down perception</a:t>
            </a:r>
            <a:endParaRPr b="0" lang="en-US" sz="700" spc="-1" strike="noStrike">
              <a:latin typeface="Arial"/>
            </a:endParaRPr>
          </a:p>
        </p:txBody>
      </p:sp>
      <p:sp>
        <p:nvSpPr>
          <p:cNvPr id="211" name="Google Shape;169;p20"/>
          <p:cNvSpPr/>
          <p:nvPr/>
        </p:nvSpPr>
        <p:spPr>
          <a:xfrm>
            <a:off x="4329000" y="4064040"/>
            <a:ext cx="200880" cy="360"/>
          </a:xfrm>
          <a:custGeom>
            <a:avLst/>
            <a:gdLst/>
            <a:ahLst/>
            <a:rect l="l" t="t" r="r" b="b"/>
            <a:pathLst>
              <a:path w="21600" h="21600">
                <a:moveTo>
                  <a:pt x="0" y="0"/>
                </a:moveTo>
                <a:lnTo>
                  <a:pt x="21600" y="21600"/>
                </a:lnTo>
              </a:path>
            </a:pathLst>
          </a:custGeom>
          <a:noFill/>
          <a:ln w="30475">
            <a:solidFill>
              <a:srgbClr val="528dd5"/>
            </a:solidFill>
            <a:round/>
          </a:ln>
        </p:spPr>
        <p:style>
          <a:lnRef idx="0"/>
          <a:fillRef idx="0"/>
          <a:effectRef idx="0"/>
          <a:fontRef idx="minor"/>
        </p:style>
      </p:sp>
      <p:sp>
        <p:nvSpPr>
          <p:cNvPr id="212" name="Google Shape;170;p20"/>
          <p:cNvSpPr/>
          <p:nvPr/>
        </p:nvSpPr>
        <p:spPr>
          <a:xfrm>
            <a:off x="6040440" y="3585240"/>
            <a:ext cx="308880" cy="308880"/>
          </a:xfrm>
          <a:prstGeom prst="rect">
            <a:avLst/>
          </a:prstGeom>
          <a:noFill/>
          <a:ln w="0">
            <a:noFill/>
          </a:ln>
        </p:spPr>
        <p:style>
          <a:lnRef idx="0"/>
          <a:fillRef idx="0"/>
          <a:effectRef idx="0"/>
          <a:fontRef idx="minor"/>
        </p:style>
      </p:sp>
      <p:pic>
        <p:nvPicPr>
          <p:cNvPr id="213" name="Google Shape;171;p20" descr=""/>
          <p:cNvPicPr/>
          <p:nvPr/>
        </p:nvPicPr>
        <p:blipFill>
          <a:blip r:embed="rId2"/>
          <a:stretch/>
        </p:blipFill>
        <p:spPr>
          <a:xfrm>
            <a:off x="6430680" y="4520880"/>
            <a:ext cx="1016280" cy="1115640"/>
          </a:xfrm>
          <a:prstGeom prst="rect">
            <a:avLst/>
          </a:prstGeom>
          <a:ln w="0">
            <a:noFill/>
          </a:ln>
        </p:spPr>
      </p:pic>
      <p:sp>
        <p:nvSpPr>
          <p:cNvPr id="214" name="Google Shape;172;p20"/>
          <p:cNvSpPr/>
          <p:nvPr/>
        </p:nvSpPr>
        <p:spPr>
          <a:xfrm>
            <a:off x="5942160" y="4064040"/>
            <a:ext cx="200880" cy="360"/>
          </a:xfrm>
          <a:custGeom>
            <a:avLst/>
            <a:gdLst/>
            <a:ahLst/>
            <a:rect l="l" t="t" r="r" b="b"/>
            <a:pathLst>
              <a:path w="21600" h="21600">
                <a:moveTo>
                  <a:pt x="0" y="0"/>
                </a:moveTo>
                <a:lnTo>
                  <a:pt x="21600" y="21600"/>
                </a:lnTo>
              </a:path>
            </a:pathLst>
          </a:custGeom>
          <a:noFill/>
          <a:ln w="30475">
            <a:solidFill>
              <a:srgbClr val="528dd5"/>
            </a:solidFill>
            <a:round/>
          </a:ln>
        </p:spPr>
        <p:style>
          <a:lnRef idx="0"/>
          <a:fillRef idx="0"/>
          <a:effectRef idx="0"/>
          <a:fontRef idx="minor"/>
        </p:style>
      </p:sp>
      <p:sp>
        <p:nvSpPr>
          <p:cNvPr id="215" name="Google Shape;173;p20"/>
          <p:cNvSpPr/>
          <p:nvPr/>
        </p:nvSpPr>
        <p:spPr>
          <a:xfrm>
            <a:off x="7648920" y="4053960"/>
            <a:ext cx="200880" cy="360"/>
          </a:xfrm>
          <a:custGeom>
            <a:avLst/>
            <a:gdLst/>
            <a:ahLst/>
            <a:rect l="l" t="t" r="r" b="b"/>
            <a:pathLst>
              <a:path w="21600" h="21600">
                <a:moveTo>
                  <a:pt x="0" y="0"/>
                </a:moveTo>
                <a:lnTo>
                  <a:pt x="21600" y="21600"/>
                </a:lnTo>
              </a:path>
            </a:pathLst>
          </a:custGeom>
          <a:noFill/>
          <a:ln w="30475">
            <a:solidFill>
              <a:srgbClr val="528dd5"/>
            </a:solidFill>
            <a:round/>
          </a:ln>
        </p:spPr>
        <p:style>
          <a:lnRef idx="0"/>
          <a:fillRef idx="0"/>
          <a:effectRef idx="0"/>
          <a:fontRef idx="minor"/>
        </p:style>
      </p:sp>
      <p:sp>
        <p:nvSpPr>
          <p:cNvPr id="216" name="Google Shape;174;p20"/>
          <p:cNvSpPr/>
          <p:nvPr/>
        </p:nvSpPr>
        <p:spPr>
          <a:xfrm>
            <a:off x="9647640" y="1148040"/>
            <a:ext cx="2415240" cy="4982760"/>
          </a:xfrm>
          <a:prstGeom prst="roundRect">
            <a:avLst>
              <a:gd name="adj" fmla="val 16667"/>
            </a:avLst>
          </a:prstGeom>
          <a:solidFill>
            <a:srgbClr val="003300"/>
          </a:solidFill>
          <a:ln w="13950">
            <a:solidFill>
              <a:srgbClr val="498b40"/>
            </a:solidFill>
            <a:prstDash val="dash"/>
            <a:round/>
          </a:ln>
          <a:effectLst>
            <a:outerShdw blurRad="39960" dir="5400000" dist="23040" rotWithShape="0">
              <a:srgbClr val="000000">
                <a:alpha val="35000"/>
              </a:srgbClr>
            </a:outerShdw>
          </a:effectLst>
        </p:spPr>
        <p:style>
          <a:lnRef idx="0"/>
          <a:fillRef idx="0"/>
          <a:effectRef idx="0"/>
          <a:fontRef idx="minor"/>
        </p:style>
      </p:sp>
      <p:sp>
        <p:nvSpPr>
          <p:cNvPr id="217" name="Google Shape;175;p20"/>
          <p:cNvSpPr/>
          <p:nvPr/>
        </p:nvSpPr>
        <p:spPr>
          <a:xfrm>
            <a:off x="10058760" y="913320"/>
            <a:ext cx="1656720" cy="325080"/>
          </a:xfrm>
          <a:prstGeom prst="roundRect">
            <a:avLst>
              <a:gd name="adj" fmla="val 16667"/>
            </a:avLst>
          </a:prstGeom>
          <a:solidFill>
            <a:srgbClr val="76923c"/>
          </a:solidFill>
          <a:ln w="12700">
            <a:solidFill>
              <a:srgbClr val="498b40"/>
            </a:solidFill>
            <a:round/>
          </a:ln>
          <a:effectLst>
            <a:outerShdw blurRad="39960" dir="5400000" dist="23040" rotWithShape="0">
              <a:srgbClr val="000000">
                <a:alpha val="35000"/>
              </a:srgbClr>
            </a:outerShdw>
          </a:effectLst>
        </p:spPr>
        <p:style>
          <a:lnRef idx="0"/>
          <a:fillRef idx="0"/>
          <a:effectRef idx="0"/>
          <a:fontRef idx="minor"/>
        </p:style>
        <p:txBody>
          <a:bodyPr lIns="41040" rIns="41040" tIns="20520" bIns="20520" anchor="ctr">
            <a:noAutofit/>
          </a:bodyPr>
          <a:p>
            <a:pPr algn="ctr">
              <a:lnSpc>
                <a:spcPct val="100000"/>
              </a:lnSpc>
              <a:buNone/>
              <a:tabLst>
                <a:tab algn="l" pos="0"/>
              </a:tabLst>
            </a:pPr>
            <a:r>
              <a:rPr b="1" lang="es-419" sz="900" spc="-1" strike="noStrike">
                <a:solidFill>
                  <a:srgbClr val="1e642d"/>
                </a:solidFill>
                <a:latin typeface="Arial"/>
                <a:ea typeface="Arial"/>
              </a:rPr>
              <a:t>Initialization Result</a:t>
            </a:r>
            <a:endParaRPr b="0" lang="en-US" sz="900" spc="-1" strike="noStrike">
              <a:latin typeface="Arial"/>
            </a:endParaRPr>
          </a:p>
        </p:txBody>
      </p:sp>
      <p:sp>
        <p:nvSpPr>
          <p:cNvPr id="218" name="Google Shape;176;p20"/>
          <p:cNvSpPr/>
          <p:nvPr/>
        </p:nvSpPr>
        <p:spPr>
          <a:xfrm>
            <a:off x="10140840" y="1388880"/>
            <a:ext cx="1849680" cy="60660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s-419" sz="900" spc="-1" strike="noStrike">
                <a:solidFill>
                  <a:srgbClr val="d6e3bc"/>
                </a:solidFill>
                <a:latin typeface="Arial"/>
                <a:ea typeface="Arial"/>
              </a:rPr>
              <a:t>System Ready for Perception</a:t>
            </a:r>
            <a:endParaRPr b="0" lang="en-US" sz="900" spc="-1" strike="noStrike">
              <a:latin typeface="Arial"/>
            </a:endParaRPr>
          </a:p>
          <a:p>
            <a:pPr>
              <a:lnSpc>
                <a:spcPct val="100000"/>
              </a:lnSpc>
              <a:buNone/>
              <a:tabLst>
                <a:tab algn="l" pos="0"/>
              </a:tabLst>
            </a:pPr>
            <a:r>
              <a:rPr b="1" lang="es-419" sz="900" spc="-1" strike="noStrike">
                <a:solidFill>
                  <a:srgbClr val="d6e3bc"/>
                </a:solidFill>
                <a:latin typeface="Arial"/>
                <a:ea typeface="Arial"/>
              </a:rPr>
              <a:t>and Task Execution</a:t>
            </a:r>
            <a:endParaRPr b="0" lang="en-US" sz="900" spc="-1" strike="noStrike">
              <a:latin typeface="Arial"/>
            </a:endParaRPr>
          </a:p>
        </p:txBody>
      </p:sp>
      <p:sp>
        <p:nvSpPr>
          <p:cNvPr id="219" name="Google Shape;177;p20"/>
          <p:cNvSpPr/>
          <p:nvPr/>
        </p:nvSpPr>
        <p:spPr>
          <a:xfrm>
            <a:off x="9783720" y="2059200"/>
            <a:ext cx="2113560" cy="844560"/>
          </a:xfrm>
          <a:prstGeom prst="rect">
            <a:avLst/>
          </a:prstGeom>
          <a:noFill/>
          <a:ln w="0">
            <a:noFill/>
          </a:ln>
        </p:spPr>
        <p:style>
          <a:lnRef idx="0"/>
          <a:fillRef idx="0"/>
          <a:effectRef idx="0"/>
          <a:fontRef idx="minor"/>
        </p:style>
        <p:txBody>
          <a:bodyPr lIns="34200" rIns="34200" tIns="13680" bIns="13680" anchor="t">
            <a:noAutofit/>
          </a:bodyPr>
          <a:p>
            <a:pPr>
              <a:lnSpc>
                <a:spcPct val="100000"/>
              </a:lnSpc>
              <a:buNone/>
              <a:tabLst>
                <a:tab algn="l" pos="0"/>
              </a:tabLst>
            </a:pPr>
            <a:r>
              <a:rPr b="0" lang="es-419" sz="800" spc="-1" strike="noStrike">
                <a:solidFill>
                  <a:srgbClr val="eaf1dd"/>
                </a:solidFill>
                <a:latin typeface="Arial"/>
                <a:ea typeface="Arial"/>
              </a:rPr>
              <a:t>This staged initialization ensures the scene is ready, the arm is initialized, and the camera has a clear top-down view before LLM-generated code runs.</a:t>
            </a:r>
            <a:endParaRPr b="0" lang="en-US" sz="800" spc="-1" strike="noStrike">
              <a:latin typeface="Arial"/>
            </a:endParaRPr>
          </a:p>
        </p:txBody>
      </p:sp>
      <p:sp>
        <p:nvSpPr>
          <p:cNvPr id="220" name="Google Shape;178;p20"/>
          <p:cNvSpPr/>
          <p:nvPr/>
        </p:nvSpPr>
        <p:spPr>
          <a:xfrm>
            <a:off x="9865800" y="3088080"/>
            <a:ext cx="2018520" cy="1898280"/>
          </a:xfrm>
          <a:prstGeom prst="roundRect">
            <a:avLst>
              <a:gd name="adj" fmla="val 16667"/>
            </a:avLst>
          </a:prstGeom>
          <a:solidFill>
            <a:srgbClr val="c2d59b"/>
          </a:solidFill>
          <a:ln w="10150">
            <a:solidFill>
              <a:srgbClr val="498b40"/>
            </a:solidFill>
            <a:round/>
          </a:ln>
          <a:effectLst>
            <a:outerShdw blurRad="39960" dir="5400000" dist="23040" rotWithShape="0">
              <a:srgbClr val="000000">
                <a:alpha val="35000"/>
              </a:srgbClr>
            </a:outerShdw>
          </a:effectLst>
        </p:spPr>
        <p:style>
          <a:lnRef idx="0"/>
          <a:fillRef idx="0"/>
          <a:effectRef idx="0"/>
          <a:fontRef idx="minor"/>
        </p:style>
      </p:sp>
      <p:sp>
        <p:nvSpPr>
          <p:cNvPr id="221" name="Google Shape;179;p20"/>
          <p:cNvSpPr/>
          <p:nvPr/>
        </p:nvSpPr>
        <p:spPr>
          <a:xfrm>
            <a:off x="10201320" y="2925720"/>
            <a:ext cx="1279440" cy="314280"/>
          </a:xfrm>
          <a:prstGeom prst="roundRect">
            <a:avLst>
              <a:gd name="adj" fmla="val 16667"/>
            </a:avLst>
          </a:prstGeom>
          <a:solidFill>
            <a:srgbClr val="f7fff5"/>
          </a:solidFill>
          <a:ln w="10150">
            <a:solidFill>
              <a:srgbClr val="498b40"/>
            </a:solidFill>
            <a:round/>
          </a:ln>
          <a:effectLst>
            <a:outerShdw blurRad="39960" dir="5400000" dist="23040" rotWithShape="0">
              <a:srgbClr val="000000">
                <a:alpha val="35000"/>
              </a:srgbClr>
            </a:outerShdw>
          </a:effectLst>
        </p:spPr>
        <p:style>
          <a:lnRef idx="0"/>
          <a:fillRef idx="0"/>
          <a:effectRef idx="0"/>
          <a:fontRef idx="minor"/>
        </p:style>
        <p:txBody>
          <a:bodyPr lIns="41040" rIns="41040" tIns="20520" bIns="20520" anchor="ctr">
            <a:noAutofit/>
          </a:bodyPr>
          <a:p>
            <a:pPr algn="ctr">
              <a:lnSpc>
                <a:spcPct val="100000"/>
              </a:lnSpc>
              <a:buNone/>
              <a:tabLst>
                <a:tab algn="l" pos="0"/>
              </a:tabLst>
            </a:pPr>
            <a:r>
              <a:rPr b="0" lang="es-419" sz="600" spc="-1" strike="noStrike">
                <a:solidFill>
                  <a:srgbClr val="000000"/>
                </a:solidFill>
                <a:latin typeface="Arial"/>
                <a:ea typeface="Arial"/>
              </a:rPr>
              <a:t>Top-down camera view</a:t>
            </a:r>
            <a:endParaRPr b="0" lang="en-US" sz="600" spc="-1" strike="noStrike">
              <a:latin typeface="Arial"/>
            </a:endParaRPr>
          </a:p>
        </p:txBody>
      </p:sp>
      <p:sp>
        <p:nvSpPr>
          <p:cNvPr id="222" name="Google Shape;180;p20"/>
          <p:cNvSpPr/>
          <p:nvPr/>
        </p:nvSpPr>
        <p:spPr>
          <a:xfrm>
            <a:off x="10701720" y="5536800"/>
            <a:ext cx="421920" cy="360"/>
          </a:xfrm>
          <a:custGeom>
            <a:avLst/>
            <a:gdLst/>
            <a:ahLst/>
            <a:rect l="l" t="t" r="r" b="b"/>
            <a:pathLst>
              <a:path w="21600" h="21600">
                <a:moveTo>
                  <a:pt x="0" y="0"/>
                </a:moveTo>
                <a:lnTo>
                  <a:pt x="21600" y="21600"/>
                </a:lnTo>
              </a:path>
            </a:pathLst>
          </a:custGeom>
          <a:noFill/>
          <a:ln w="22850">
            <a:solidFill>
              <a:srgbClr val="498b40"/>
            </a:solidFill>
            <a:round/>
          </a:ln>
        </p:spPr>
        <p:style>
          <a:lnRef idx="0"/>
          <a:fillRef idx="0"/>
          <a:effectRef idx="0"/>
          <a:fontRef idx="minor"/>
        </p:style>
      </p:sp>
      <p:sp>
        <p:nvSpPr>
          <p:cNvPr id="223" name="Google Shape;181;p20"/>
          <p:cNvSpPr/>
          <p:nvPr/>
        </p:nvSpPr>
        <p:spPr>
          <a:xfrm>
            <a:off x="9875880" y="5749560"/>
            <a:ext cx="812880" cy="28908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0" lang="es-419" sz="600" spc="-1" strike="noStrike">
                <a:solidFill>
                  <a:srgbClr val="eaf1dd"/>
                </a:solidFill>
                <a:latin typeface="Arial"/>
                <a:ea typeface="Arial"/>
              </a:rPr>
              <a:t>LLM-generated</a:t>
            </a:r>
            <a:endParaRPr b="0" lang="en-US" sz="600" spc="-1" strike="noStrike">
              <a:latin typeface="Arial"/>
            </a:endParaRPr>
          </a:p>
          <a:p>
            <a:pPr algn="ctr">
              <a:lnSpc>
                <a:spcPct val="100000"/>
              </a:lnSpc>
              <a:buNone/>
              <a:tabLst>
                <a:tab algn="l" pos="0"/>
              </a:tabLst>
            </a:pPr>
            <a:r>
              <a:rPr b="0" lang="es-419" sz="600" spc="-1" strike="noStrike">
                <a:solidFill>
                  <a:srgbClr val="eaf1dd"/>
                </a:solidFill>
                <a:latin typeface="Arial"/>
                <a:ea typeface="Arial"/>
              </a:rPr>
              <a:t>code execution</a:t>
            </a:r>
            <a:endParaRPr b="0" lang="en-US" sz="600" spc="-1" strike="noStrike">
              <a:latin typeface="Arial"/>
            </a:endParaRPr>
          </a:p>
        </p:txBody>
      </p:sp>
      <p:sp>
        <p:nvSpPr>
          <p:cNvPr id="224" name="Google Shape;182;p20"/>
          <p:cNvSpPr/>
          <p:nvPr/>
        </p:nvSpPr>
        <p:spPr>
          <a:xfrm>
            <a:off x="11359080" y="5731920"/>
            <a:ext cx="632160" cy="28908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0" lang="es-419" sz="600" spc="-1" strike="noStrike">
                <a:solidFill>
                  <a:srgbClr val="eaf1dd"/>
                </a:solidFill>
                <a:latin typeface="Arial"/>
                <a:ea typeface="Arial"/>
              </a:rPr>
              <a:t>Task</a:t>
            </a:r>
            <a:endParaRPr b="0" lang="en-US" sz="600" spc="-1" strike="noStrike">
              <a:latin typeface="Arial"/>
            </a:endParaRPr>
          </a:p>
          <a:p>
            <a:pPr algn="ctr">
              <a:lnSpc>
                <a:spcPct val="100000"/>
              </a:lnSpc>
              <a:buNone/>
              <a:tabLst>
                <a:tab algn="l" pos="0"/>
              </a:tabLst>
            </a:pPr>
            <a:r>
              <a:rPr b="0" lang="es-419" sz="600" spc="-1" strike="noStrike">
                <a:solidFill>
                  <a:srgbClr val="eaf1dd"/>
                </a:solidFill>
                <a:latin typeface="Arial"/>
                <a:ea typeface="Arial"/>
              </a:rPr>
              <a:t>execution</a:t>
            </a:r>
            <a:endParaRPr b="0" lang="en-US" sz="600" spc="-1" strike="noStrike">
              <a:latin typeface="Arial"/>
            </a:endParaRPr>
          </a:p>
        </p:txBody>
      </p:sp>
      <p:pic>
        <p:nvPicPr>
          <p:cNvPr id="225" name="Google Shape;183;p20" descr=""/>
          <p:cNvPicPr/>
          <p:nvPr/>
        </p:nvPicPr>
        <p:blipFill>
          <a:blip r:embed="rId3"/>
          <a:srcRect l="20233" t="12630" r="13251" b="13550"/>
          <a:stretch/>
        </p:blipFill>
        <p:spPr>
          <a:xfrm>
            <a:off x="11400120" y="5209560"/>
            <a:ext cx="487080" cy="540360"/>
          </a:xfrm>
          <a:prstGeom prst="rect">
            <a:avLst/>
          </a:prstGeom>
          <a:ln w="0">
            <a:noFill/>
          </a:ln>
        </p:spPr>
      </p:pic>
      <p:pic>
        <p:nvPicPr>
          <p:cNvPr id="226" name="Google Shape;184;p20" descr=""/>
          <p:cNvPicPr/>
          <p:nvPr/>
        </p:nvPicPr>
        <p:blipFill>
          <a:blip r:embed="rId4"/>
          <a:srcRect l="18026" t="12983" r="13613" b="15747"/>
          <a:stretch/>
        </p:blipFill>
        <p:spPr>
          <a:xfrm>
            <a:off x="9960480" y="5209560"/>
            <a:ext cx="528120" cy="550440"/>
          </a:xfrm>
          <a:prstGeom prst="rect">
            <a:avLst/>
          </a:prstGeom>
          <a:ln w="0">
            <a:noFill/>
          </a:ln>
        </p:spPr>
      </p:pic>
      <p:sp>
        <p:nvSpPr>
          <p:cNvPr id="227" name="Google Shape;185;p20"/>
          <p:cNvSpPr/>
          <p:nvPr/>
        </p:nvSpPr>
        <p:spPr>
          <a:xfrm>
            <a:off x="10408680" y="5078520"/>
            <a:ext cx="1072800" cy="720"/>
          </a:xfrm>
          <a:custGeom>
            <a:avLst/>
            <a:gdLst/>
            <a:ahLst/>
            <a:rect l="l" t="t" r="r" b="b"/>
            <a:pathLst>
              <a:path w="21600" h="21600">
                <a:moveTo>
                  <a:pt x="0" y="0"/>
                </a:moveTo>
                <a:lnTo>
                  <a:pt x="21600" y="21600"/>
                </a:lnTo>
              </a:path>
            </a:pathLst>
          </a:custGeom>
          <a:noFill/>
          <a:ln w="12700">
            <a:solidFill>
              <a:srgbClr val="498b40"/>
            </a:solidFill>
            <a:round/>
          </a:ln>
        </p:spPr>
        <p:style>
          <a:lnRef idx="0"/>
          <a:fillRef idx="0"/>
          <a:effectRef idx="0"/>
          <a:fontRef idx="minor"/>
        </p:style>
      </p:sp>
      <p:sp>
        <p:nvSpPr>
          <p:cNvPr id="228" name="Google Shape;186;p20"/>
          <p:cNvSpPr/>
          <p:nvPr/>
        </p:nvSpPr>
        <p:spPr>
          <a:xfrm>
            <a:off x="10931400" y="5078520"/>
            <a:ext cx="720" cy="176040"/>
          </a:xfrm>
          <a:custGeom>
            <a:avLst/>
            <a:gdLst/>
            <a:ahLst/>
            <a:rect l="l" t="t" r="r" b="b"/>
            <a:pathLst>
              <a:path w="21600" h="21600">
                <a:moveTo>
                  <a:pt x="0" y="0"/>
                </a:moveTo>
                <a:lnTo>
                  <a:pt x="21600" y="21600"/>
                </a:lnTo>
              </a:path>
            </a:pathLst>
          </a:custGeom>
          <a:noFill/>
          <a:ln w="9525">
            <a:solidFill>
              <a:srgbClr val="9bbb59"/>
            </a:solidFill>
            <a:round/>
            <a:tailEnd len="med" type="triangle" w="med"/>
          </a:ln>
        </p:spPr>
        <p:style>
          <a:lnRef idx="0"/>
          <a:fillRef idx="0"/>
          <a:effectRef idx="0"/>
          <a:fontRef idx="minor"/>
        </p:style>
      </p:sp>
      <p:sp>
        <p:nvSpPr>
          <p:cNvPr id="229" name="Google Shape;187;p20"/>
          <p:cNvSpPr/>
          <p:nvPr/>
        </p:nvSpPr>
        <p:spPr>
          <a:xfrm>
            <a:off x="189360" y="6168240"/>
            <a:ext cx="11840400" cy="597240"/>
          </a:xfrm>
          <a:prstGeom prst="roundRect">
            <a:avLst>
              <a:gd name="adj" fmla="val 16667"/>
            </a:avLst>
          </a:prstGeom>
          <a:solidFill>
            <a:srgbClr val="7f7f7f"/>
          </a:solidFill>
          <a:ln w="12700">
            <a:solidFill>
              <a:srgbClr val="2563a5"/>
            </a:solidFill>
            <a:round/>
          </a:ln>
          <a:effectLst>
            <a:outerShdw blurRad="39960" dir="5400000" dist="23040" rotWithShape="0">
              <a:srgbClr val="000000">
                <a:alpha val="35000"/>
              </a:srgbClr>
            </a:outerShdw>
          </a:effectLst>
        </p:spPr>
        <p:style>
          <a:lnRef idx="0"/>
          <a:fillRef idx="0"/>
          <a:effectRef idx="0"/>
          <a:fontRef idx="minor"/>
        </p:style>
      </p:sp>
      <p:sp>
        <p:nvSpPr>
          <p:cNvPr id="230" name="Google Shape;188;p20"/>
          <p:cNvSpPr/>
          <p:nvPr/>
        </p:nvSpPr>
        <p:spPr>
          <a:xfrm>
            <a:off x="483120" y="6309360"/>
            <a:ext cx="383760" cy="338400"/>
          </a:xfrm>
          <a:prstGeom prst="ellipse">
            <a:avLst/>
          </a:prstGeom>
          <a:solidFill>
            <a:srgbClr val="ffffff"/>
          </a:solidFill>
          <a:ln w="15225">
            <a:solidFill>
              <a:srgbClr val="2563a5"/>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gn="ctr">
              <a:lnSpc>
                <a:spcPct val="100000"/>
              </a:lnSpc>
              <a:buNone/>
              <a:tabLst>
                <a:tab algn="l" pos="0"/>
              </a:tabLst>
            </a:pPr>
            <a:r>
              <a:rPr b="0" lang="es-419" sz="1200" spc="-1" strike="noStrike">
                <a:solidFill>
                  <a:srgbClr val="2563a5"/>
                </a:solidFill>
                <a:latin typeface="Arial"/>
                <a:ea typeface="Arial"/>
              </a:rPr>
              <a:t>⏱</a:t>
            </a:r>
            <a:endParaRPr b="0" lang="en-US" sz="1200" spc="-1" strike="noStrike">
              <a:latin typeface="Arial"/>
            </a:endParaRPr>
          </a:p>
        </p:txBody>
      </p:sp>
      <p:sp>
        <p:nvSpPr>
          <p:cNvPr id="231" name="Google Shape;189;p20"/>
          <p:cNvSpPr/>
          <p:nvPr/>
        </p:nvSpPr>
        <p:spPr>
          <a:xfrm>
            <a:off x="952560" y="6372720"/>
            <a:ext cx="1378080" cy="20340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s-419" sz="800" spc="-1" strike="noStrike">
                <a:solidFill>
                  <a:srgbClr val="07315d"/>
                </a:solidFill>
                <a:latin typeface="Arial"/>
                <a:ea typeface="Arial"/>
              </a:rPr>
              <a:t>Timing Summary</a:t>
            </a:r>
            <a:endParaRPr b="0" lang="en-US" sz="800" spc="-1" strike="noStrike">
              <a:latin typeface="Arial"/>
            </a:endParaRPr>
          </a:p>
        </p:txBody>
      </p:sp>
      <p:sp>
        <p:nvSpPr>
          <p:cNvPr id="232" name="Google Shape;190;p20"/>
          <p:cNvSpPr/>
          <p:nvPr/>
        </p:nvSpPr>
        <p:spPr>
          <a:xfrm>
            <a:off x="3017520" y="6309360"/>
            <a:ext cx="370080" cy="353160"/>
          </a:xfrm>
          <a:prstGeom prst="ellipse">
            <a:avLst/>
          </a:prstGeom>
          <a:solidFill>
            <a:srgbClr val="ffffff"/>
          </a:solidFill>
          <a:ln w="15225">
            <a:solidFill>
              <a:srgbClr val="2563a5"/>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nSpc>
                <a:spcPct val="100000"/>
              </a:lnSpc>
              <a:buNone/>
              <a:tabLst>
                <a:tab algn="l" pos="0"/>
              </a:tabLst>
            </a:pPr>
            <a:r>
              <a:rPr b="1" lang="es-419" sz="800" spc="-1" strike="noStrike">
                <a:solidFill>
                  <a:srgbClr val="2563a5"/>
                </a:solidFill>
                <a:latin typeface="Times New Roman"/>
                <a:ea typeface="Times New Roman"/>
              </a:rPr>
              <a:t>0s</a:t>
            </a:r>
            <a:endParaRPr b="0" lang="en-US" sz="800" spc="-1" strike="noStrike">
              <a:latin typeface="Arial"/>
            </a:endParaRPr>
          </a:p>
        </p:txBody>
      </p:sp>
      <p:sp>
        <p:nvSpPr>
          <p:cNvPr id="233" name="Google Shape;191;p20"/>
          <p:cNvSpPr/>
          <p:nvPr/>
        </p:nvSpPr>
        <p:spPr>
          <a:xfrm>
            <a:off x="3507120" y="6407640"/>
            <a:ext cx="566280" cy="18036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s-419" sz="700" spc="-1" strike="noStrike">
                <a:solidFill>
                  <a:srgbClr val="07315d"/>
                </a:solidFill>
                <a:latin typeface="Arial"/>
                <a:ea typeface="Arial"/>
              </a:rPr>
              <a:t>launch</a:t>
            </a:r>
            <a:endParaRPr b="0" lang="en-US" sz="700" spc="-1" strike="noStrike">
              <a:latin typeface="Arial"/>
            </a:endParaRPr>
          </a:p>
        </p:txBody>
      </p:sp>
      <p:sp>
        <p:nvSpPr>
          <p:cNvPr id="234" name="Google Shape;192;p20"/>
          <p:cNvSpPr/>
          <p:nvPr/>
        </p:nvSpPr>
        <p:spPr>
          <a:xfrm>
            <a:off x="4097520" y="6466320"/>
            <a:ext cx="342000" cy="360"/>
          </a:xfrm>
          <a:custGeom>
            <a:avLst/>
            <a:gdLst/>
            <a:ahLst/>
            <a:rect l="l" t="t" r="r" b="b"/>
            <a:pathLst>
              <a:path w="21600" h="21600">
                <a:moveTo>
                  <a:pt x="0" y="0"/>
                </a:moveTo>
                <a:lnTo>
                  <a:pt x="21600" y="21600"/>
                </a:lnTo>
              </a:path>
            </a:pathLst>
          </a:custGeom>
          <a:noFill/>
          <a:ln w="9525">
            <a:solidFill>
              <a:srgbClr val="634aa7"/>
            </a:solidFill>
            <a:round/>
          </a:ln>
        </p:spPr>
        <p:style>
          <a:lnRef idx="0"/>
          <a:fillRef idx="0"/>
          <a:effectRef idx="0"/>
          <a:fontRef idx="minor"/>
        </p:style>
      </p:sp>
      <p:sp>
        <p:nvSpPr>
          <p:cNvPr id="235" name="Google Shape;193;p20"/>
          <p:cNvSpPr/>
          <p:nvPr/>
        </p:nvSpPr>
        <p:spPr>
          <a:xfrm>
            <a:off x="4677120" y="6309000"/>
            <a:ext cx="380880" cy="367200"/>
          </a:xfrm>
          <a:prstGeom prst="ellipse">
            <a:avLst/>
          </a:prstGeom>
          <a:solidFill>
            <a:srgbClr val="ffffff"/>
          </a:solidFill>
          <a:ln w="15225">
            <a:solidFill>
              <a:srgbClr val="498b40"/>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gn="ctr">
              <a:lnSpc>
                <a:spcPct val="100000"/>
              </a:lnSpc>
              <a:buNone/>
              <a:tabLst>
                <a:tab algn="l" pos="0"/>
              </a:tabLst>
            </a:pPr>
            <a:r>
              <a:rPr b="1" lang="es-419" sz="800" spc="-1" strike="noStrike">
                <a:solidFill>
                  <a:srgbClr val="498b40"/>
                </a:solidFill>
                <a:latin typeface="Arial"/>
                <a:ea typeface="Arial"/>
              </a:rPr>
              <a:t>18 s</a:t>
            </a:r>
            <a:endParaRPr b="0" lang="en-US" sz="800" spc="-1" strike="noStrike">
              <a:latin typeface="Arial"/>
            </a:endParaRPr>
          </a:p>
        </p:txBody>
      </p:sp>
      <p:sp>
        <p:nvSpPr>
          <p:cNvPr id="236" name="Google Shape;194;p20"/>
          <p:cNvSpPr/>
          <p:nvPr/>
        </p:nvSpPr>
        <p:spPr>
          <a:xfrm>
            <a:off x="5160240" y="6310080"/>
            <a:ext cx="933840" cy="31068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s-419" sz="700" spc="-1" strike="noStrike">
                <a:solidFill>
                  <a:srgbClr val="07315d"/>
                </a:solidFill>
                <a:latin typeface="Arial"/>
                <a:ea typeface="Arial"/>
              </a:rPr>
              <a:t>objects</a:t>
            </a:r>
            <a:endParaRPr b="0" lang="en-US" sz="700" spc="-1" strike="noStrike">
              <a:latin typeface="Arial"/>
            </a:endParaRPr>
          </a:p>
          <a:p>
            <a:pPr>
              <a:lnSpc>
                <a:spcPct val="100000"/>
              </a:lnSpc>
              <a:buNone/>
              <a:tabLst>
                <a:tab algn="l" pos="0"/>
              </a:tabLst>
            </a:pPr>
            <a:r>
              <a:rPr b="1" lang="es-419" sz="700" spc="-1" strike="noStrike">
                <a:solidFill>
                  <a:srgbClr val="07315d"/>
                </a:solidFill>
                <a:latin typeface="Arial"/>
                <a:ea typeface="Arial"/>
              </a:rPr>
              <a:t>(populated)</a:t>
            </a:r>
            <a:endParaRPr b="0" lang="en-US" sz="700" spc="-1" strike="noStrike">
              <a:latin typeface="Arial"/>
            </a:endParaRPr>
          </a:p>
        </p:txBody>
      </p:sp>
      <p:sp>
        <p:nvSpPr>
          <p:cNvPr id="237" name="Google Shape;195;p20"/>
          <p:cNvSpPr/>
          <p:nvPr/>
        </p:nvSpPr>
        <p:spPr>
          <a:xfrm>
            <a:off x="5942160" y="6500520"/>
            <a:ext cx="342000" cy="360"/>
          </a:xfrm>
          <a:custGeom>
            <a:avLst/>
            <a:gdLst/>
            <a:ahLst/>
            <a:rect l="l" t="t" r="r" b="b"/>
            <a:pathLst>
              <a:path w="21600" h="21600">
                <a:moveTo>
                  <a:pt x="0" y="0"/>
                </a:moveTo>
                <a:lnTo>
                  <a:pt x="21600" y="21600"/>
                </a:lnTo>
              </a:path>
            </a:pathLst>
          </a:custGeom>
          <a:noFill/>
          <a:ln w="9525">
            <a:solidFill>
              <a:srgbClr val="634aa7"/>
            </a:solidFill>
            <a:round/>
          </a:ln>
        </p:spPr>
        <p:style>
          <a:lnRef idx="0"/>
          <a:fillRef idx="0"/>
          <a:effectRef idx="0"/>
          <a:fontRef idx="minor"/>
        </p:style>
      </p:sp>
      <p:sp>
        <p:nvSpPr>
          <p:cNvPr id="238" name="Google Shape;196;p20"/>
          <p:cNvSpPr/>
          <p:nvPr/>
        </p:nvSpPr>
        <p:spPr>
          <a:xfrm>
            <a:off x="6514200" y="6309000"/>
            <a:ext cx="380880" cy="367200"/>
          </a:xfrm>
          <a:prstGeom prst="ellipse">
            <a:avLst/>
          </a:prstGeom>
          <a:solidFill>
            <a:srgbClr val="ffffff"/>
          </a:solidFill>
          <a:ln w="15225">
            <a:solidFill>
              <a:srgbClr val="e89417"/>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gn="ctr">
              <a:lnSpc>
                <a:spcPct val="100000"/>
              </a:lnSpc>
              <a:buNone/>
              <a:tabLst>
                <a:tab algn="l" pos="0"/>
              </a:tabLst>
            </a:pPr>
            <a:r>
              <a:rPr b="1" lang="es-419" sz="800" spc="-1" strike="noStrike">
                <a:solidFill>
                  <a:srgbClr val="e89417"/>
                </a:solidFill>
                <a:latin typeface="Arial"/>
                <a:ea typeface="Arial"/>
              </a:rPr>
              <a:t>35 s</a:t>
            </a:r>
            <a:endParaRPr b="0" lang="en-US" sz="800" spc="-1" strike="noStrike">
              <a:latin typeface="Arial"/>
            </a:endParaRPr>
          </a:p>
        </p:txBody>
      </p:sp>
      <p:sp>
        <p:nvSpPr>
          <p:cNvPr id="239" name="Google Shape;197;p20"/>
          <p:cNvSpPr/>
          <p:nvPr/>
        </p:nvSpPr>
        <p:spPr>
          <a:xfrm>
            <a:off x="7018920" y="6310080"/>
            <a:ext cx="754200" cy="31068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s-419" sz="700" spc="-1" strike="noStrike">
                <a:solidFill>
                  <a:srgbClr val="07315d"/>
                </a:solidFill>
                <a:latin typeface="Arial"/>
                <a:ea typeface="Arial"/>
              </a:rPr>
              <a:t>safe pose</a:t>
            </a:r>
            <a:endParaRPr b="0" lang="en-US" sz="700" spc="-1" strike="noStrike">
              <a:latin typeface="Arial"/>
            </a:endParaRPr>
          </a:p>
          <a:p>
            <a:pPr>
              <a:lnSpc>
                <a:spcPct val="100000"/>
              </a:lnSpc>
              <a:buNone/>
              <a:tabLst>
                <a:tab algn="l" pos="0"/>
              </a:tabLst>
            </a:pPr>
            <a:r>
              <a:rPr b="1" lang="es-419" sz="700" spc="-1" strike="noStrike">
                <a:solidFill>
                  <a:srgbClr val="07315d"/>
                </a:solidFill>
                <a:latin typeface="Arial"/>
                <a:ea typeface="Arial"/>
              </a:rPr>
              <a:t>(arm ready)</a:t>
            </a:r>
            <a:endParaRPr b="0" lang="en-US" sz="700" spc="-1" strike="noStrike">
              <a:latin typeface="Arial"/>
            </a:endParaRPr>
          </a:p>
        </p:txBody>
      </p:sp>
      <p:sp>
        <p:nvSpPr>
          <p:cNvPr id="240" name="Google Shape;198;p20"/>
          <p:cNvSpPr/>
          <p:nvPr/>
        </p:nvSpPr>
        <p:spPr>
          <a:xfrm>
            <a:off x="7774200" y="6466320"/>
            <a:ext cx="357480" cy="360"/>
          </a:xfrm>
          <a:custGeom>
            <a:avLst/>
            <a:gdLst/>
            <a:ahLst/>
            <a:rect l="l" t="t" r="r" b="b"/>
            <a:pathLst>
              <a:path w="21600" h="21600">
                <a:moveTo>
                  <a:pt x="0" y="0"/>
                </a:moveTo>
                <a:lnTo>
                  <a:pt x="21600" y="21600"/>
                </a:lnTo>
              </a:path>
            </a:pathLst>
          </a:custGeom>
          <a:noFill/>
          <a:ln w="9525">
            <a:solidFill>
              <a:srgbClr val="634aa7"/>
            </a:solidFill>
            <a:round/>
          </a:ln>
        </p:spPr>
        <p:style>
          <a:lnRef idx="0"/>
          <a:fillRef idx="0"/>
          <a:effectRef idx="0"/>
          <a:fontRef idx="minor"/>
        </p:style>
      </p:sp>
      <p:sp>
        <p:nvSpPr>
          <p:cNvPr id="241" name="Google Shape;199;p20"/>
          <p:cNvSpPr/>
          <p:nvPr/>
        </p:nvSpPr>
        <p:spPr>
          <a:xfrm>
            <a:off x="8261280" y="6309000"/>
            <a:ext cx="380880" cy="367200"/>
          </a:xfrm>
          <a:prstGeom prst="ellipse">
            <a:avLst/>
          </a:prstGeom>
          <a:solidFill>
            <a:srgbClr val="ffffff"/>
          </a:solidFill>
          <a:ln w="15225">
            <a:solidFill>
              <a:srgbClr val="a50021"/>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gn="ctr">
              <a:lnSpc>
                <a:spcPct val="100000"/>
              </a:lnSpc>
              <a:buNone/>
              <a:tabLst>
                <a:tab algn="l" pos="0"/>
              </a:tabLst>
            </a:pPr>
            <a:r>
              <a:rPr b="1" lang="es-419" sz="800" spc="-1" strike="noStrike">
                <a:solidFill>
                  <a:srgbClr val="c00000"/>
                </a:solidFill>
                <a:latin typeface="Arial"/>
                <a:ea typeface="Arial"/>
              </a:rPr>
              <a:t>70 s</a:t>
            </a:r>
            <a:endParaRPr b="0" lang="en-US" sz="800" spc="-1" strike="noStrike">
              <a:latin typeface="Arial"/>
            </a:endParaRPr>
          </a:p>
        </p:txBody>
      </p:sp>
      <p:sp>
        <p:nvSpPr>
          <p:cNvPr id="242" name="Google Shape;200;p20"/>
          <p:cNvSpPr/>
          <p:nvPr/>
        </p:nvSpPr>
        <p:spPr>
          <a:xfrm>
            <a:off x="8700120" y="6326280"/>
            <a:ext cx="873360" cy="31068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s-419" sz="700" spc="-1" strike="noStrike">
                <a:solidFill>
                  <a:srgbClr val="07315d"/>
                </a:solidFill>
                <a:latin typeface="Arial"/>
                <a:ea typeface="Arial"/>
              </a:rPr>
              <a:t>camera scan</a:t>
            </a:r>
            <a:endParaRPr b="0" lang="en-US" sz="700" spc="-1" strike="noStrike">
              <a:latin typeface="Arial"/>
            </a:endParaRPr>
          </a:p>
          <a:p>
            <a:pPr>
              <a:lnSpc>
                <a:spcPct val="100000"/>
              </a:lnSpc>
              <a:buNone/>
              <a:tabLst>
                <a:tab algn="l" pos="0"/>
              </a:tabLst>
            </a:pPr>
            <a:r>
              <a:rPr b="1" lang="es-419" sz="700" spc="-1" strike="noStrike">
                <a:solidFill>
                  <a:srgbClr val="07315d"/>
                </a:solidFill>
                <a:latin typeface="Arial"/>
                <a:ea typeface="Arial"/>
              </a:rPr>
              <a:t>ready</a:t>
            </a:r>
            <a:endParaRPr b="0" lang="en-US" sz="700" spc="-1" strike="noStrike">
              <a:latin typeface="Arial"/>
            </a:endParaRPr>
          </a:p>
        </p:txBody>
      </p:sp>
      <p:sp>
        <p:nvSpPr>
          <p:cNvPr id="243" name="Google Shape;201;p20"/>
          <p:cNvSpPr/>
          <p:nvPr/>
        </p:nvSpPr>
        <p:spPr>
          <a:xfrm>
            <a:off x="9588960" y="6271200"/>
            <a:ext cx="720" cy="344520"/>
          </a:xfrm>
          <a:custGeom>
            <a:avLst/>
            <a:gdLst/>
            <a:ahLst/>
            <a:rect l="l" t="t" r="r" b="b"/>
            <a:pathLst>
              <a:path w="21600" h="21600">
                <a:moveTo>
                  <a:pt x="0" y="0"/>
                </a:moveTo>
                <a:lnTo>
                  <a:pt x="21600" y="21600"/>
                </a:lnTo>
              </a:path>
            </a:pathLst>
          </a:custGeom>
          <a:noFill/>
          <a:ln w="12700">
            <a:solidFill>
              <a:srgbClr val="2563a5"/>
            </a:solidFill>
            <a:round/>
          </a:ln>
        </p:spPr>
        <p:style>
          <a:lnRef idx="0"/>
          <a:fillRef idx="0"/>
          <a:effectRef idx="0"/>
          <a:fontRef idx="minor"/>
        </p:style>
      </p:sp>
      <p:sp>
        <p:nvSpPr>
          <p:cNvPr id="244" name="Google Shape;202;p20"/>
          <p:cNvSpPr/>
          <p:nvPr/>
        </p:nvSpPr>
        <p:spPr>
          <a:xfrm>
            <a:off x="9900000" y="6312960"/>
            <a:ext cx="317520" cy="305640"/>
          </a:xfrm>
          <a:prstGeom prst="ellipse">
            <a:avLst/>
          </a:prstGeom>
          <a:solidFill>
            <a:srgbClr val="ffffff"/>
          </a:solidFill>
          <a:ln w="15225">
            <a:solidFill>
              <a:srgbClr val="2563a5"/>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gn="ctr">
              <a:lnSpc>
                <a:spcPct val="100000"/>
              </a:lnSpc>
              <a:buNone/>
              <a:tabLst>
                <a:tab algn="l" pos="0"/>
              </a:tabLst>
            </a:pPr>
            <a:r>
              <a:rPr b="0" lang="es-419" sz="1400" spc="-1" strike="noStrike">
                <a:solidFill>
                  <a:srgbClr val="2563a5"/>
                </a:solidFill>
                <a:latin typeface="Arial"/>
                <a:ea typeface="Arial"/>
              </a:rPr>
              <a:t>◎</a:t>
            </a:r>
            <a:endParaRPr b="0" lang="en-US" sz="1400" spc="-1" strike="noStrike">
              <a:latin typeface="Arial"/>
            </a:endParaRPr>
          </a:p>
        </p:txBody>
      </p:sp>
      <p:sp>
        <p:nvSpPr>
          <p:cNvPr id="245" name="Google Shape;203;p20"/>
          <p:cNvSpPr/>
          <p:nvPr/>
        </p:nvSpPr>
        <p:spPr>
          <a:xfrm>
            <a:off x="10375920" y="6319800"/>
            <a:ext cx="1509120" cy="34092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s-419" sz="800" spc="-1" strike="noStrike">
                <a:solidFill>
                  <a:srgbClr val="07315d"/>
                </a:solidFill>
                <a:latin typeface="Arial"/>
                <a:ea typeface="Arial"/>
              </a:rPr>
              <a:t>Ready for perception</a:t>
            </a:r>
            <a:endParaRPr b="0" lang="en-US" sz="800" spc="-1" strike="noStrike">
              <a:latin typeface="Arial"/>
            </a:endParaRPr>
          </a:p>
          <a:p>
            <a:pPr>
              <a:lnSpc>
                <a:spcPct val="100000"/>
              </a:lnSpc>
              <a:buNone/>
              <a:tabLst>
                <a:tab algn="l" pos="0"/>
              </a:tabLst>
            </a:pPr>
            <a:r>
              <a:rPr b="1" lang="es-419" sz="800" spc="-1" strike="noStrike">
                <a:solidFill>
                  <a:srgbClr val="07315d"/>
                </a:solidFill>
                <a:latin typeface="Arial"/>
                <a:ea typeface="Arial"/>
              </a:rPr>
              <a:t>and task execution</a:t>
            </a:r>
            <a:endParaRPr b="0" lang="en-US" sz="800" spc="-1" strike="noStrike">
              <a:latin typeface="Arial"/>
            </a:endParaRPr>
          </a:p>
        </p:txBody>
      </p:sp>
      <p:pic>
        <p:nvPicPr>
          <p:cNvPr id="246" name="Google Shape;204;p20" descr=""/>
          <p:cNvPicPr/>
          <p:nvPr/>
        </p:nvPicPr>
        <p:blipFill>
          <a:blip r:embed="rId5"/>
          <a:stretch/>
        </p:blipFill>
        <p:spPr>
          <a:xfrm>
            <a:off x="4677480" y="4623480"/>
            <a:ext cx="1114200" cy="888120"/>
          </a:xfrm>
          <a:prstGeom prst="rect">
            <a:avLst/>
          </a:prstGeom>
          <a:ln w="0">
            <a:noFill/>
          </a:ln>
        </p:spPr>
      </p:pic>
      <p:pic>
        <p:nvPicPr>
          <p:cNvPr id="247" name="Google Shape;205;p20" descr=""/>
          <p:cNvPicPr/>
          <p:nvPr/>
        </p:nvPicPr>
        <p:blipFill>
          <a:blip r:embed="rId6"/>
          <a:stretch/>
        </p:blipFill>
        <p:spPr>
          <a:xfrm>
            <a:off x="3217320" y="3943440"/>
            <a:ext cx="908640" cy="1637280"/>
          </a:xfrm>
          <a:prstGeom prst="rect">
            <a:avLst/>
          </a:prstGeom>
          <a:ln w="0">
            <a:noFill/>
          </a:ln>
        </p:spPr>
      </p:pic>
      <p:pic>
        <p:nvPicPr>
          <p:cNvPr id="248" name="Google Shape;206;p20" descr=""/>
          <p:cNvPicPr/>
          <p:nvPr/>
        </p:nvPicPr>
        <p:blipFill>
          <a:blip r:embed="rId7"/>
          <a:srcRect l="5424" t="4836" r="12847" b="16566"/>
          <a:stretch/>
        </p:blipFill>
        <p:spPr>
          <a:xfrm>
            <a:off x="10092960" y="3309840"/>
            <a:ext cx="1622880" cy="1566360"/>
          </a:xfrm>
          <a:prstGeom prst="rect">
            <a:avLst/>
          </a:prstGeom>
          <a:ln w="0">
            <a:noFill/>
          </a:ln>
        </p:spPr>
      </p:pic>
      <p:pic>
        <p:nvPicPr>
          <p:cNvPr id="249" name="Google Shape;207;p20" descr=""/>
          <p:cNvPicPr/>
          <p:nvPr/>
        </p:nvPicPr>
        <p:blipFill>
          <a:blip r:embed="rId8"/>
          <a:srcRect l="0" t="0" r="0" b="13834"/>
          <a:stretch/>
        </p:blipFill>
        <p:spPr>
          <a:xfrm>
            <a:off x="8077680" y="4459320"/>
            <a:ext cx="1117800" cy="1179000"/>
          </a:xfrm>
          <a:prstGeom prst="rect">
            <a:avLst/>
          </a:prstGeom>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50" name="Google Shape;212;p21"/>
          <p:cNvSpPr/>
          <p:nvPr/>
        </p:nvSpPr>
        <p:spPr>
          <a:xfrm>
            <a:off x="731160" y="320040"/>
            <a:ext cx="1005732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s-419" sz="2300" spc="-1" strike="noStrike">
                <a:solidFill>
                  <a:srgbClr val="ffffff"/>
                </a:solidFill>
                <a:latin typeface="Arial"/>
                <a:ea typeface="Arial"/>
              </a:rPr>
              <a:t>Scene Perception  —  Sergio</a:t>
            </a:r>
            <a:endParaRPr b="0" lang="en-US" sz="2300" spc="-1" strike="noStrike">
              <a:latin typeface="Arial"/>
            </a:endParaRPr>
          </a:p>
        </p:txBody>
      </p:sp>
      <p:sp>
        <p:nvSpPr>
          <p:cNvPr id="251" name="Google Shape;213;p21"/>
          <p:cNvSpPr/>
          <p:nvPr/>
        </p:nvSpPr>
        <p:spPr>
          <a:xfrm>
            <a:off x="731160" y="914040"/>
            <a:ext cx="2284920" cy="3708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252" name="Google Shape;214;p21"/>
          <p:cNvSpPr/>
          <p:nvPr/>
        </p:nvSpPr>
        <p:spPr>
          <a:xfrm>
            <a:off x="914040" y="1279800"/>
            <a:ext cx="1051416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s-419" sz="1100" spc="-1" strike="noStrike">
                <a:solidFill>
                  <a:srgbClr val="d1d5db"/>
                </a:solidFill>
                <a:latin typeface="Arial"/>
                <a:ea typeface="Arial"/>
              </a:rPr>
              <a:t>Before the robot can manipulate objects, it needs to know where they are. The perception pipeline starts with make_scene(), which captures an RGB image and a synchronized depth frame from the hand-mounted camera.</a:t>
            </a:r>
            <a:endParaRPr b="0" lang="en-US" sz="1100" spc="-1" strike="noStrike">
              <a:latin typeface="Arial"/>
            </a:endParaRPr>
          </a:p>
        </p:txBody>
      </p:sp>
      <p:sp>
        <p:nvSpPr>
          <p:cNvPr id="253" name="Google Shape;215;p21"/>
          <p:cNvSpPr/>
          <p:nvPr/>
        </p:nvSpPr>
        <p:spPr>
          <a:xfrm>
            <a:off x="914040" y="1783080"/>
            <a:ext cx="1051416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s-419" sz="1100" spc="-1" strike="noStrike">
                <a:solidFill>
                  <a:srgbClr val="d1d5db"/>
                </a:solidFill>
                <a:latin typeface="Arial"/>
                <a:ea typeface="Arial"/>
              </a:rPr>
              <a:t>A YOLOv8 model (trained on the object set) detects each visible object and returns 2D bounding boxes with class labels. The detector runs in real time and can handle partial occlusions and varying lighting conditions in simulation.</a:t>
            </a:r>
            <a:endParaRPr b="0" lang="en-US" sz="1100" spc="-1" strike="noStrike">
              <a:latin typeface="Arial"/>
            </a:endParaRPr>
          </a:p>
        </p:txBody>
      </p:sp>
      <p:sp>
        <p:nvSpPr>
          <p:cNvPr id="254" name="Google Shape;216;p21"/>
          <p:cNvSpPr/>
          <p:nvPr/>
        </p:nvSpPr>
        <p:spPr>
          <a:xfrm>
            <a:off x="914040" y="2286000"/>
            <a:ext cx="10514160" cy="77544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s-419" sz="1100" spc="-1" strike="noStrike">
                <a:solidFill>
                  <a:srgbClr val="d1d5db"/>
                </a:solidFill>
                <a:latin typeface="Arial"/>
                <a:ea typeface="Arial"/>
              </a:rPr>
              <a:t>The 2D detections are meaningless for manipulation — the robot needs 3D coordinates. The frame2world.py module takes each bounding box center, samples the depth image at that pixel, and back-projects the 2D point into 3D world coordinates using the camera intrinsics and the known hand-eye transformation.</a:t>
            </a:r>
            <a:endParaRPr b="0" lang="en-US" sz="1100" spc="-1" strike="noStrike">
              <a:latin typeface="Arial"/>
            </a:endParaRPr>
          </a:p>
        </p:txBody>
      </p:sp>
      <p:sp>
        <p:nvSpPr>
          <p:cNvPr id="255" name="Google Shape;217;p21"/>
          <p:cNvSpPr/>
          <p:nvPr/>
        </p:nvSpPr>
        <p:spPr>
          <a:xfrm>
            <a:off x="914040" y="2788560"/>
            <a:ext cx="1051416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s-419" sz="1100" spc="-1" strike="noStrike">
                <a:solidFill>
                  <a:srgbClr val="d1d5db"/>
                </a:solidFill>
                <a:latin typeface="Arial"/>
                <a:ea typeface="Arial"/>
              </a:rPr>
              <a:t>The output is a Python dictionary mapping object names to their pose: {object_name: (x, y, z, yaw)}. This dictionary is passed to the LLM-generated code, which uses it to plan approach vectors and grasp targets.</a:t>
            </a:r>
            <a:endParaRPr b="0" lang="en-US" sz="1100" spc="-1" strike="noStrike">
              <a:latin typeface="Arial"/>
            </a:endParaRPr>
          </a:p>
        </p:txBody>
      </p:sp>
      <p:sp>
        <p:nvSpPr>
          <p:cNvPr id="256" name="Google Shape;218;p21"/>
          <p:cNvSpPr/>
          <p:nvPr/>
        </p:nvSpPr>
        <p:spPr>
          <a:xfrm>
            <a:off x="731160" y="6034680"/>
            <a:ext cx="10057320" cy="27216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s-419" sz="900" spc="-1" strike="noStrike">
                <a:solidFill>
                  <a:srgbClr val="9ca3af"/>
                </a:solidFill>
                <a:latin typeface="Arial"/>
                <a:ea typeface="Arial"/>
              </a:rPr>
              <a:t>Output: {object_name: (x, y, z, yaw)} — used directly by the motion planner.</a:t>
            </a:r>
            <a:endParaRPr b="0" lang="en-US" sz="9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57" name="Google Shape;224;p22"/>
          <p:cNvSpPr/>
          <p:nvPr/>
        </p:nvSpPr>
        <p:spPr>
          <a:xfrm>
            <a:off x="7524720" y="320040"/>
            <a:ext cx="434196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s-419" sz="2300" spc="-1" strike="noStrike">
                <a:solidFill>
                  <a:srgbClr val="ffffff"/>
                </a:solidFill>
                <a:latin typeface="Arial"/>
                <a:ea typeface="Arial"/>
              </a:rPr>
              <a:t>LLM Code Generation</a:t>
            </a:r>
            <a:endParaRPr b="0" lang="en-US" sz="2300" spc="-1" strike="noStrike">
              <a:latin typeface="Arial"/>
            </a:endParaRPr>
          </a:p>
        </p:txBody>
      </p:sp>
      <p:sp>
        <p:nvSpPr>
          <p:cNvPr id="258" name="Google Shape;225;p22"/>
          <p:cNvSpPr/>
          <p:nvPr/>
        </p:nvSpPr>
        <p:spPr>
          <a:xfrm>
            <a:off x="6930720" y="899280"/>
            <a:ext cx="2878920" cy="5220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259" name="Google Shape;226;p22"/>
          <p:cNvSpPr/>
          <p:nvPr/>
        </p:nvSpPr>
        <p:spPr>
          <a:xfrm>
            <a:off x="5862600" y="1230480"/>
            <a:ext cx="2887560" cy="1700640"/>
          </a:xfrm>
          <a:prstGeom prst="roundRect">
            <a:avLst>
              <a:gd name="adj" fmla="val 4370"/>
            </a:avLst>
          </a:prstGeom>
          <a:solidFill>
            <a:srgbClr val="101620"/>
          </a:solidFill>
          <a:ln w="14275">
            <a:solidFill>
              <a:srgbClr val="002a80"/>
            </a:solidFill>
            <a:round/>
          </a:ln>
        </p:spPr>
        <p:style>
          <a:lnRef idx="0"/>
          <a:fillRef idx="0"/>
          <a:effectRef idx="0"/>
          <a:fontRef idx="minor"/>
        </p:style>
      </p:sp>
      <p:sp>
        <p:nvSpPr>
          <p:cNvPr id="260" name="Google Shape;227;p22"/>
          <p:cNvSpPr/>
          <p:nvPr/>
        </p:nvSpPr>
        <p:spPr>
          <a:xfrm>
            <a:off x="6056280" y="1398960"/>
            <a:ext cx="2196360" cy="286560"/>
          </a:xfrm>
          <a:prstGeom prst="rect">
            <a:avLst/>
          </a:prstGeom>
          <a:noFill/>
          <a:ln w="0">
            <a:noFill/>
          </a:ln>
        </p:spPr>
        <p:style>
          <a:lnRef idx="0"/>
          <a:fillRef idx="0"/>
          <a:effectRef idx="0"/>
          <a:fontRef idx="minor"/>
        </p:style>
        <p:txBody>
          <a:bodyPr lIns="0" rIns="0" tIns="0" bIns="0" anchor="t">
            <a:noAutofit/>
          </a:bodyPr>
          <a:p>
            <a:pPr>
              <a:lnSpc>
                <a:spcPct val="108000"/>
              </a:lnSpc>
              <a:buNone/>
              <a:tabLst>
                <a:tab algn="l" pos="0"/>
              </a:tabLst>
            </a:pPr>
            <a:r>
              <a:rPr b="1" lang="es-419" sz="1400" spc="-1" strike="noStrike">
                <a:solidFill>
                  <a:srgbClr val="ebedf0"/>
                </a:solidFill>
                <a:latin typeface="Geist"/>
                <a:ea typeface="Geist"/>
              </a:rPr>
              <a:t>Model</a:t>
            </a:r>
            <a:endParaRPr b="0" lang="en-US" sz="1400" spc="-1" strike="noStrike">
              <a:latin typeface="Arial"/>
            </a:endParaRPr>
          </a:p>
        </p:txBody>
      </p:sp>
      <p:sp>
        <p:nvSpPr>
          <p:cNvPr id="261" name="Google Shape;228;p22"/>
          <p:cNvSpPr/>
          <p:nvPr/>
        </p:nvSpPr>
        <p:spPr>
          <a:xfrm>
            <a:off x="6056280" y="1813320"/>
            <a:ext cx="2499840" cy="917640"/>
          </a:xfrm>
          <a:prstGeom prst="rect">
            <a:avLst/>
          </a:prstGeom>
          <a:noFill/>
          <a:ln w="0">
            <a:noFill/>
          </a:ln>
        </p:spPr>
        <p:style>
          <a:lnRef idx="0"/>
          <a:fillRef idx="0"/>
          <a:effectRef idx="0"/>
          <a:fontRef idx="minor"/>
        </p:style>
        <p:txBody>
          <a:bodyPr lIns="0" rIns="0" tIns="0" bIns="0" anchor="t">
            <a:noAutofit/>
          </a:bodyPr>
          <a:p>
            <a:pPr>
              <a:lnSpc>
                <a:spcPct val="107000"/>
              </a:lnSpc>
              <a:buNone/>
              <a:tabLst>
                <a:tab algn="l" pos="0"/>
              </a:tabLst>
            </a:pPr>
            <a:r>
              <a:rPr b="0" lang="es-419" sz="900" spc="-1" strike="noStrike">
                <a:solidFill>
                  <a:srgbClr val="ebedf0"/>
                </a:solidFill>
                <a:latin typeface="Geist"/>
                <a:ea typeface="Geist"/>
              </a:rPr>
              <a:t>Qwen2.5-Coder 3B — code-specialized LLM running locally via Ollama at </a:t>
            </a:r>
            <a:r>
              <a:rPr b="0" lang="es-419" sz="900" spc="-1" strike="noStrike">
                <a:solidFill>
                  <a:srgbClr val="ebedf0"/>
                </a:solidFill>
                <a:highlight>
                  <a:srgbClr val="1d232d"/>
                </a:highlight>
                <a:latin typeface="Consolas"/>
                <a:ea typeface="Consolas"/>
              </a:rPr>
              <a:t>localhost:11434</a:t>
            </a:r>
            <a:endParaRPr b="0" lang="en-US" sz="900" spc="-1" strike="noStrike">
              <a:latin typeface="Arial"/>
            </a:endParaRPr>
          </a:p>
        </p:txBody>
      </p:sp>
      <p:sp>
        <p:nvSpPr>
          <p:cNvPr id="262" name="Google Shape;229;p22"/>
          <p:cNvSpPr/>
          <p:nvPr/>
        </p:nvSpPr>
        <p:spPr>
          <a:xfrm>
            <a:off x="8979480" y="1226160"/>
            <a:ext cx="2887560" cy="1700640"/>
          </a:xfrm>
          <a:prstGeom prst="roundRect">
            <a:avLst>
              <a:gd name="adj" fmla="val 4370"/>
            </a:avLst>
          </a:prstGeom>
          <a:solidFill>
            <a:srgbClr val="101620"/>
          </a:solidFill>
          <a:ln w="14275">
            <a:solidFill>
              <a:srgbClr val="002a80"/>
            </a:solidFill>
            <a:round/>
          </a:ln>
        </p:spPr>
        <p:style>
          <a:lnRef idx="0"/>
          <a:fillRef idx="0"/>
          <a:effectRef idx="0"/>
          <a:fontRef idx="minor"/>
        </p:style>
      </p:sp>
      <p:sp>
        <p:nvSpPr>
          <p:cNvPr id="263" name="Google Shape;230;p22"/>
          <p:cNvSpPr/>
          <p:nvPr/>
        </p:nvSpPr>
        <p:spPr>
          <a:xfrm>
            <a:off x="9173520" y="1398960"/>
            <a:ext cx="2196360" cy="286560"/>
          </a:xfrm>
          <a:prstGeom prst="rect">
            <a:avLst/>
          </a:prstGeom>
          <a:noFill/>
          <a:ln w="0">
            <a:noFill/>
          </a:ln>
        </p:spPr>
        <p:style>
          <a:lnRef idx="0"/>
          <a:fillRef idx="0"/>
          <a:effectRef idx="0"/>
          <a:fontRef idx="minor"/>
        </p:style>
        <p:txBody>
          <a:bodyPr lIns="0" rIns="0" tIns="0" bIns="0" anchor="t">
            <a:noAutofit/>
          </a:bodyPr>
          <a:p>
            <a:pPr>
              <a:lnSpc>
                <a:spcPct val="108000"/>
              </a:lnSpc>
              <a:buNone/>
              <a:tabLst>
                <a:tab algn="l" pos="0"/>
              </a:tabLst>
            </a:pPr>
            <a:r>
              <a:rPr b="1" lang="es-419" sz="1400" spc="-1" strike="noStrike">
                <a:solidFill>
                  <a:srgbClr val="ebedf0"/>
                </a:solidFill>
                <a:latin typeface="Geist"/>
                <a:ea typeface="Geist"/>
              </a:rPr>
              <a:t>Why Local</a:t>
            </a:r>
            <a:endParaRPr b="0" lang="en-US" sz="1400" spc="-1" strike="noStrike">
              <a:latin typeface="Arial"/>
            </a:endParaRPr>
          </a:p>
        </p:txBody>
      </p:sp>
      <p:sp>
        <p:nvSpPr>
          <p:cNvPr id="264" name="Google Shape;231;p22"/>
          <p:cNvSpPr/>
          <p:nvPr/>
        </p:nvSpPr>
        <p:spPr>
          <a:xfrm>
            <a:off x="9173520" y="1801800"/>
            <a:ext cx="2499840" cy="911880"/>
          </a:xfrm>
          <a:prstGeom prst="rect">
            <a:avLst/>
          </a:prstGeom>
          <a:noFill/>
          <a:ln w="0">
            <a:noFill/>
          </a:ln>
        </p:spPr>
        <p:style>
          <a:lnRef idx="0"/>
          <a:fillRef idx="0"/>
          <a:effectRef idx="0"/>
          <a:fontRef idx="minor"/>
        </p:style>
        <p:txBody>
          <a:bodyPr lIns="0" rIns="0" tIns="0" bIns="0" anchor="t">
            <a:noAutofit/>
          </a:bodyPr>
          <a:p>
            <a:pPr>
              <a:lnSpc>
                <a:spcPct val="107000"/>
              </a:lnSpc>
              <a:buNone/>
              <a:tabLst>
                <a:tab algn="l" pos="0"/>
              </a:tabLst>
            </a:pPr>
            <a:r>
              <a:rPr b="0" lang="es-419" sz="900" spc="-1" strike="noStrike">
                <a:solidFill>
                  <a:srgbClr val="ebedf0"/>
                </a:solidFill>
                <a:latin typeface="Geist"/>
                <a:ea typeface="Geist"/>
              </a:rPr>
              <a:t>Eliminates API latency, privacy risks, and inference costs — critical for iterative robotics research</a:t>
            </a:r>
            <a:endParaRPr b="0" lang="en-US" sz="900" spc="-1" strike="noStrike">
              <a:latin typeface="Arial"/>
            </a:endParaRPr>
          </a:p>
        </p:txBody>
      </p:sp>
      <p:sp>
        <p:nvSpPr>
          <p:cNvPr id="265" name="Google Shape;232;p22"/>
          <p:cNvSpPr/>
          <p:nvPr/>
        </p:nvSpPr>
        <p:spPr>
          <a:xfrm>
            <a:off x="5917680" y="5292720"/>
            <a:ext cx="5949000" cy="1244160"/>
          </a:xfrm>
          <a:prstGeom prst="roundRect">
            <a:avLst>
              <a:gd name="adj" fmla="val 5972"/>
            </a:avLst>
          </a:prstGeom>
          <a:solidFill>
            <a:srgbClr val="101620"/>
          </a:solidFill>
          <a:ln w="14275">
            <a:solidFill>
              <a:srgbClr val="002a80"/>
            </a:solidFill>
            <a:round/>
          </a:ln>
        </p:spPr>
        <p:style>
          <a:lnRef idx="0"/>
          <a:fillRef idx="0"/>
          <a:effectRef idx="0"/>
          <a:fontRef idx="minor"/>
        </p:style>
      </p:sp>
      <p:sp>
        <p:nvSpPr>
          <p:cNvPr id="266" name="Google Shape;233;p22"/>
          <p:cNvSpPr/>
          <p:nvPr/>
        </p:nvSpPr>
        <p:spPr>
          <a:xfrm>
            <a:off x="6207840" y="5460840"/>
            <a:ext cx="2196360" cy="286560"/>
          </a:xfrm>
          <a:prstGeom prst="rect">
            <a:avLst/>
          </a:prstGeom>
          <a:noFill/>
          <a:ln w="0">
            <a:noFill/>
          </a:ln>
        </p:spPr>
        <p:style>
          <a:lnRef idx="0"/>
          <a:fillRef idx="0"/>
          <a:effectRef idx="0"/>
          <a:fontRef idx="minor"/>
        </p:style>
        <p:txBody>
          <a:bodyPr lIns="0" rIns="0" tIns="0" bIns="0" anchor="t">
            <a:noAutofit/>
          </a:bodyPr>
          <a:p>
            <a:pPr>
              <a:lnSpc>
                <a:spcPct val="108000"/>
              </a:lnSpc>
              <a:buNone/>
              <a:tabLst>
                <a:tab algn="l" pos="0"/>
              </a:tabLst>
            </a:pPr>
            <a:r>
              <a:rPr b="1" lang="es-419" sz="1400" spc="-1" strike="noStrike">
                <a:solidFill>
                  <a:srgbClr val="ebedf0"/>
                </a:solidFill>
                <a:latin typeface="Geist"/>
                <a:ea typeface="Geist"/>
              </a:rPr>
              <a:t>Output</a:t>
            </a:r>
            <a:endParaRPr b="0" lang="en-US" sz="1400" spc="-1" strike="noStrike">
              <a:latin typeface="Arial"/>
            </a:endParaRPr>
          </a:p>
        </p:txBody>
      </p:sp>
      <p:sp>
        <p:nvSpPr>
          <p:cNvPr id="267" name="Google Shape;234;p22"/>
          <p:cNvSpPr/>
          <p:nvPr/>
        </p:nvSpPr>
        <p:spPr>
          <a:xfrm>
            <a:off x="6151680" y="5921280"/>
            <a:ext cx="5561640" cy="461520"/>
          </a:xfrm>
          <a:prstGeom prst="rect">
            <a:avLst/>
          </a:prstGeom>
          <a:noFill/>
          <a:ln w="0">
            <a:noFill/>
          </a:ln>
        </p:spPr>
        <p:style>
          <a:lnRef idx="0"/>
          <a:fillRef idx="0"/>
          <a:effectRef idx="0"/>
          <a:fontRef idx="minor"/>
        </p:style>
        <p:txBody>
          <a:bodyPr lIns="0" rIns="0" tIns="0" bIns="0" anchor="t">
            <a:noAutofit/>
          </a:bodyPr>
          <a:p>
            <a:pPr>
              <a:lnSpc>
                <a:spcPct val="107000"/>
              </a:lnSpc>
              <a:buNone/>
              <a:tabLst>
                <a:tab algn="l" pos="0"/>
              </a:tabLst>
            </a:pPr>
            <a:r>
              <a:rPr b="0" lang="es-419" sz="900" spc="-1" strike="noStrike">
                <a:solidFill>
                  <a:srgbClr val="ebedf0"/>
                </a:solidFill>
                <a:latin typeface="Geist"/>
                <a:ea typeface="Geist"/>
              </a:rPr>
              <a:t>Generates a complete, executable Python script (</a:t>
            </a:r>
            <a:r>
              <a:rPr b="0" lang="es-419" sz="900" spc="-1" strike="noStrike">
                <a:solidFill>
                  <a:srgbClr val="ebedf0"/>
                </a:solidFill>
                <a:highlight>
                  <a:srgbClr val="1d232d"/>
                </a:highlight>
                <a:latin typeface="Consolas"/>
                <a:ea typeface="Consolas"/>
              </a:rPr>
              <a:t>generated_task.py</a:t>
            </a:r>
            <a:r>
              <a:rPr b="0" lang="es-419" sz="900" spc="-1" strike="noStrike">
                <a:solidFill>
                  <a:srgbClr val="ebedf0"/>
                </a:solidFill>
                <a:latin typeface="Geist"/>
                <a:ea typeface="Geist"/>
              </a:rPr>
              <a:t>) from raw natural language.</a:t>
            </a:r>
            <a:endParaRPr b="0" lang="en-US" sz="900" spc="-1" strike="noStrike">
              <a:latin typeface="Arial"/>
            </a:endParaRPr>
          </a:p>
        </p:txBody>
      </p:sp>
      <p:sp>
        <p:nvSpPr>
          <p:cNvPr id="268" name="Google Shape;235;p22"/>
          <p:cNvSpPr/>
          <p:nvPr/>
        </p:nvSpPr>
        <p:spPr>
          <a:xfrm>
            <a:off x="5862600" y="3284280"/>
            <a:ext cx="2887560" cy="1700640"/>
          </a:xfrm>
          <a:prstGeom prst="roundRect">
            <a:avLst>
              <a:gd name="adj" fmla="val 4370"/>
            </a:avLst>
          </a:prstGeom>
          <a:solidFill>
            <a:srgbClr val="101620"/>
          </a:solidFill>
          <a:ln w="14275">
            <a:solidFill>
              <a:srgbClr val="002a80"/>
            </a:solidFill>
            <a:round/>
          </a:ln>
        </p:spPr>
        <p:style>
          <a:lnRef idx="0"/>
          <a:fillRef idx="0"/>
          <a:effectRef idx="0"/>
          <a:fontRef idx="minor"/>
        </p:style>
      </p:sp>
      <p:sp>
        <p:nvSpPr>
          <p:cNvPr id="269" name="Google Shape;236;p22"/>
          <p:cNvSpPr/>
          <p:nvPr/>
        </p:nvSpPr>
        <p:spPr>
          <a:xfrm>
            <a:off x="6056280" y="3470040"/>
            <a:ext cx="2196360" cy="286560"/>
          </a:xfrm>
          <a:prstGeom prst="rect">
            <a:avLst/>
          </a:prstGeom>
          <a:noFill/>
          <a:ln w="0">
            <a:noFill/>
          </a:ln>
        </p:spPr>
        <p:style>
          <a:lnRef idx="0"/>
          <a:fillRef idx="0"/>
          <a:effectRef idx="0"/>
          <a:fontRef idx="minor"/>
        </p:style>
        <p:txBody>
          <a:bodyPr lIns="0" rIns="0" tIns="0" bIns="0" anchor="t">
            <a:noAutofit/>
          </a:bodyPr>
          <a:p>
            <a:pPr>
              <a:lnSpc>
                <a:spcPct val="108000"/>
              </a:lnSpc>
              <a:buNone/>
              <a:tabLst>
                <a:tab algn="l" pos="0"/>
              </a:tabLst>
            </a:pPr>
            <a:r>
              <a:rPr b="1" lang="es-419" sz="1400" spc="-1" strike="noStrike">
                <a:solidFill>
                  <a:srgbClr val="ebedf0"/>
                </a:solidFill>
                <a:latin typeface="Geist"/>
                <a:ea typeface="Geist"/>
              </a:rPr>
              <a:t>The System Prompt</a:t>
            </a:r>
            <a:endParaRPr b="0" lang="en-US" sz="1400" spc="-1" strike="noStrike">
              <a:latin typeface="Arial"/>
            </a:endParaRPr>
          </a:p>
        </p:txBody>
      </p:sp>
      <p:sp>
        <p:nvSpPr>
          <p:cNvPr id="270" name="Google Shape;237;p22"/>
          <p:cNvSpPr/>
          <p:nvPr/>
        </p:nvSpPr>
        <p:spPr>
          <a:xfrm>
            <a:off x="6096240" y="3913200"/>
            <a:ext cx="2499840" cy="917640"/>
          </a:xfrm>
          <a:prstGeom prst="rect">
            <a:avLst/>
          </a:prstGeom>
          <a:noFill/>
          <a:ln w="0">
            <a:noFill/>
          </a:ln>
        </p:spPr>
        <p:style>
          <a:lnRef idx="0"/>
          <a:fillRef idx="0"/>
          <a:effectRef idx="0"/>
          <a:fontRef idx="minor"/>
        </p:style>
        <p:txBody>
          <a:bodyPr lIns="0" rIns="0" tIns="0" bIns="0" anchor="t">
            <a:noAutofit/>
          </a:bodyPr>
          <a:p>
            <a:pPr>
              <a:lnSpc>
                <a:spcPct val="100000"/>
              </a:lnSpc>
              <a:buNone/>
              <a:tabLst>
                <a:tab algn="l" pos="0"/>
              </a:tabLst>
            </a:pPr>
            <a:r>
              <a:rPr b="0" lang="es-419" sz="900" spc="-1" strike="noStrike">
                <a:solidFill>
                  <a:srgbClr val="ffffff"/>
                </a:solidFill>
                <a:latin typeface="Calibri"/>
                <a:ea typeface="Calibri"/>
              </a:rPr>
              <a:t>A </a:t>
            </a:r>
            <a:r>
              <a:rPr b="0" lang="es-419" sz="900" spc="-1" strike="noStrike">
                <a:solidFill>
                  <a:srgbClr val="ebedf0"/>
                </a:solidFill>
                <a:highlight>
                  <a:srgbClr val="1d232d"/>
                </a:highlight>
                <a:latin typeface="Consolas"/>
                <a:ea typeface="Consolas"/>
              </a:rPr>
              <a:t>system_prompt.md</a:t>
            </a:r>
            <a:r>
              <a:rPr b="0" lang="es-419" sz="900" spc="-1" strike="noStrike">
                <a:solidFill>
                  <a:srgbClr val="ebedf0"/>
                </a:solidFill>
                <a:latin typeface="Geist"/>
                <a:ea typeface="Geist"/>
              </a:rPr>
              <a:t> defines the full robot API, acting as the LLM's instruction manual.</a:t>
            </a:r>
            <a:endParaRPr b="0" lang="en-US" sz="900" spc="-1" strike="noStrike">
              <a:latin typeface="Arial"/>
            </a:endParaRPr>
          </a:p>
        </p:txBody>
      </p:sp>
      <p:sp>
        <p:nvSpPr>
          <p:cNvPr id="271" name="Google Shape;238;p22"/>
          <p:cNvSpPr/>
          <p:nvPr/>
        </p:nvSpPr>
        <p:spPr>
          <a:xfrm>
            <a:off x="8979480" y="3260880"/>
            <a:ext cx="2887560" cy="1700640"/>
          </a:xfrm>
          <a:prstGeom prst="roundRect">
            <a:avLst>
              <a:gd name="adj" fmla="val 4370"/>
            </a:avLst>
          </a:prstGeom>
          <a:solidFill>
            <a:srgbClr val="101620"/>
          </a:solidFill>
          <a:ln w="14275">
            <a:solidFill>
              <a:srgbClr val="002a80"/>
            </a:solidFill>
            <a:round/>
          </a:ln>
        </p:spPr>
        <p:style>
          <a:lnRef idx="0"/>
          <a:fillRef idx="0"/>
          <a:effectRef idx="0"/>
          <a:fontRef idx="minor"/>
        </p:style>
      </p:sp>
      <p:sp>
        <p:nvSpPr>
          <p:cNvPr id="272" name="Google Shape;239;p22"/>
          <p:cNvSpPr/>
          <p:nvPr/>
        </p:nvSpPr>
        <p:spPr>
          <a:xfrm>
            <a:off x="9173520" y="3451320"/>
            <a:ext cx="2196360" cy="305280"/>
          </a:xfrm>
          <a:prstGeom prst="rect">
            <a:avLst/>
          </a:prstGeom>
          <a:noFill/>
          <a:ln w="0">
            <a:noFill/>
          </a:ln>
        </p:spPr>
        <p:style>
          <a:lnRef idx="0"/>
          <a:fillRef idx="0"/>
          <a:effectRef idx="0"/>
          <a:fontRef idx="minor"/>
        </p:style>
        <p:txBody>
          <a:bodyPr lIns="0" rIns="0" tIns="0" bIns="0" anchor="t">
            <a:noAutofit/>
          </a:bodyPr>
          <a:p>
            <a:pPr>
              <a:lnSpc>
                <a:spcPct val="108000"/>
              </a:lnSpc>
              <a:buNone/>
              <a:tabLst>
                <a:tab algn="l" pos="0"/>
              </a:tabLst>
            </a:pPr>
            <a:r>
              <a:rPr b="1" lang="es-419" sz="1400" spc="-1" strike="noStrike">
                <a:solidFill>
                  <a:srgbClr val="ebedf0"/>
                </a:solidFill>
                <a:latin typeface="Geist"/>
                <a:ea typeface="Geist"/>
              </a:rPr>
              <a:t>Orchestration</a:t>
            </a:r>
            <a:endParaRPr b="0" lang="en-US" sz="1400" spc="-1" strike="noStrike">
              <a:latin typeface="Arial"/>
            </a:endParaRPr>
          </a:p>
        </p:txBody>
      </p:sp>
      <p:sp>
        <p:nvSpPr>
          <p:cNvPr id="273" name="Google Shape;240;p22"/>
          <p:cNvSpPr/>
          <p:nvPr/>
        </p:nvSpPr>
        <p:spPr>
          <a:xfrm>
            <a:off x="9213840" y="3890520"/>
            <a:ext cx="2499840" cy="911880"/>
          </a:xfrm>
          <a:prstGeom prst="rect">
            <a:avLst/>
          </a:prstGeom>
          <a:noFill/>
          <a:ln w="0">
            <a:noFill/>
          </a:ln>
        </p:spPr>
        <p:style>
          <a:lnRef idx="0"/>
          <a:fillRef idx="0"/>
          <a:effectRef idx="0"/>
          <a:fontRef idx="minor"/>
        </p:style>
        <p:txBody>
          <a:bodyPr lIns="0" rIns="0" tIns="0" bIns="0" anchor="t">
            <a:noAutofit/>
          </a:bodyPr>
          <a:p>
            <a:pPr>
              <a:lnSpc>
                <a:spcPct val="94000"/>
              </a:lnSpc>
              <a:buNone/>
              <a:tabLst>
                <a:tab algn="l" pos="0"/>
              </a:tabLst>
            </a:pPr>
            <a:r>
              <a:rPr b="0" lang="es-419" sz="900" spc="-1" strike="noStrike">
                <a:solidFill>
                  <a:srgbClr val="ebedf0"/>
                </a:solidFill>
                <a:latin typeface="Geist"/>
                <a:ea typeface="Geist"/>
              </a:rPr>
              <a:t>Captures user input, queries Ollama, writes generated code, reloads the module, and executes </a:t>
            </a:r>
            <a:r>
              <a:rPr b="0" lang="es-419" sz="900" spc="-1" strike="noStrike">
                <a:solidFill>
                  <a:srgbClr val="ebedf0"/>
                </a:solidFill>
                <a:highlight>
                  <a:srgbClr val="1d232d"/>
                </a:highlight>
                <a:latin typeface="Consolas"/>
                <a:ea typeface="Consolas"/>
              </a:rPr>
              <a:t>execute_task()</a:t>
            </a:r>
            <a:r>
              <a:rPr b="0" lang="es-419" sz="900" spc="-1" strike="noStrike">
                <a:solidFill>
                  <a:srgbClr val="ebedf0"/>
                </a:solidFill>
                <a:latin typeface="Geist"/>
                <a:ea typeface="Geist"/>
              </a:rPr>
              <a:t>. Built-in retry logic ensures robustness.</a:t>
            </a:r>
            <a:endParaRPr b="0" lang="en-US" sz="900" spc="-1" strike="noStrike">
              <a:latin typeface="Arial"/>
            </a:endParaRPr>
          </a:p>
        </p:txBody>
      </p:sp>
      <p:pic>
        <p:nvPicPr>
          <p:cNvPr id="274" name="Google Shape;241;p22" descr=""/>
          <p:cNvPicPr/>
          <p:nvPr/>
        </p:nvPicPr>
        <p:blipFill>
          <a:blip r:embed="rId1"/>
          <a:stretch/>
        </p:blipFill>
        <p:spPr>
          <a:xfrm>
            <a:off x="0" y="1979280"/>
            <a:ext cx="5762160" cy="3250440"/>
          </a:xfrm>
          <a:prstGeom prst="rect">
            <a:avLst/>
          </a:prstGeom>
          <a:ln w="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75" name="TextBox 1"/>
          <p:cNvSpPr/>
          <p:nvPr/>
        </p:nvSpPr>
        <p:spPr>
          <a:xfrm>
            <a:off x="687600" y="-9720"/>
            <a:ext cx="10057320" cy="54648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1" lang="en-US" sz="3000" spc="-1" strike="noStrike">
                <a:solidFill>
                  <a:srgbClr val="ffffff"/>
                </a:solidFill>
                <a:latin typeface="Arial"/>
              </a:rPr>
              <a:t>Motion Control </a:t>
            </a:r>
            <a:endParaRPr b="0" lang="en-US" sz="3000" spc="-1" strike="noStrike">
              <a:latin typeface="Arial"/>
            </a:endParaRPr>
          </a:p>
        </p:txBody>
      </p:sp>
      <p:sp>
        <p:nvSpPr>
          <p:cNvPr id="276" name="Rectangle 2"/>
          <p:cNvSpPr/>
          <p:nvPr/>
        </p:nvSpPr>
        <p:spPr>
          <a:xfrm>
            <a:off x="751320" y="479160"/>
            <a:ext cx="2284920" cy="37080"/>
          </a:xfrm>
          <a:prstGeom prst="rect">
            <a:avLst/>
          </a:prstGeom>
          <a:solidFill>
            <a:srgbClr val="6b728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77" name="Imagen 7" descr=""/>
          <p:cNvPicPr/>
          <p:nvPr/>
        </p:nvPicPr>
        <p:blipFill>
          <a:blip r:embed="rId1"/>
          <a:stretch/>
        </p:blipFill>
        <p:spPr>
          <a:xfrm>
            <a:off x="2445480" y="629280"/>
            <a:ext cx="6541200" cy="1836360"/>
          </a:xfrm>
          <a:prstGeom prst="rect">
            <a:avLst/>
          </a:prstGeom>
          <a:ln w="0">
            <a:noFill/>
          </a:ln>
        </p:spPr>
      </p:pic>
      <p:sp>
        <p:nvSpPr>
          <p:cNvPr id="278" name="Text 8"/>
          <p:cNvSpPr/>
          <p:nvPr/>
        </p:nvSpPr>
        <p:spPr>
          <a:xfrm>
            <a:off x="2068200" y="2442960"/>
            <a:ext cx="8094960" cy="437760"/>
          </a:xfrm>
          <a:prstGeom prst="rect">
            <a:avLst/>
          </a:prstGeom>
          <a:noFill/>
          <a:ln w="0">
            <a:noFill/>
          </a:ln>
        </p:spPr>
        <p:style>
          <a:lnRef idx="0"/>
          <a:fillRef idx="0"/>
          <a:effectRef idx="0"/>
          <a:fontRef idx="minor"/>
        </p:style>
        <p:txBody>
          <a:bodyPr lIns="0" rIns="0" tIns="0" bIns="0" anchor="t">
            <a:normAutofit fontScale="86000"/>
          </a:bodyPr>
          <a:p>
            <a:pPr>
              <a:lnSpc>
                <a:spcPct val="107000"/>
              </a:lnSpc>
              <a:buNone/>
              <a:tabLst>
                <a:tab algn="l" pos="0"/>
              </a:tabLst>
            </a:pPr>
            <a:r>
              <a:rPr b="0" lang="en-US" sz="1200" spc="-1" strike="noStrike">
                <a:solidFill>
                  <a:srgbClr val="ebedf0"/>
                </a:solidFill>
                <a:latin typeface="Geist"/>
                <a:ea typeface="Geist"/>
              </a:rPr>
              <a:t>The motion layer transforms LLM-generated waypoints into executable robot actions. The system is organized into four modules: motion execution, scene and camera helpers, hardware control utilities, and robot state monitoring.</a:t>
            </a:r>
            <a:endParaRPr b="0" lang="en-US" sz="1200" spc="-1" strike="noStrike">
              <a:latin typeface="Arial"/>
            </a:endParaRPr>
          </a:p>
        </p:txBody>
      </p:sp>
      <p:sp>
        <p:nvSpPr>
          <p:cNvPr id="279" name="Rectangle 1"/>
          <p:cNvSpPr/>
          <p:nvPr/>
        </p:nvSpPr>
        <p:spPr>
          <a:xfrm>
            <a:off x="751320" y="2801160"/>
            <a:ext cx="10659960" cy="45360"/>
          </a:xfrm>
          <a:prstGeom prst="rect">
            <a:avLst/>
          </a:prstGeom>
          <a:solidFill>
            <a:srgbClr val="6b728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80" name="Imagen 13" descr=""/>
          <p:cNvPicPr/>
          <p:nvPr/>
        </p:nvPicPr>
        <p:blipFill>
          <a:blip r:embed="rId2"/>
          <a:srcRect l="4929" t="2825" r="2233" b="0"/>
          <a:stretch/>
        </p:blipFill>
        <p:spPr>
          <a:xfrm>
            <a:off x="751320" y="2846880"/>
            <a:ext cx="1868040" cy="2627280"/>
          </a:xfrm>
          <a:prstGeom prst="rect">
            <a:avLst/>
          </a:prstGeom>
          <a:ln w="0">
            <a:noFill/>
          </a:ln>
        </p:spPr>
      </p:pic>
      <p:pic>
        <p:nvPicPr>
          <p:cNvPr id="281" name="Imagen 23" descr=""/>
          <p:cNvPicPr/>
          <p:nvPr/>
        </p:nvPicPr>
        <p:blipFill>
          <a:blip r:embed="rId3"/>
          <a:srcRect l="4113" t="980" r="5827" b="2322"/>
          <a:stretch/>
        </p:blipFill>
        <p:spPr>
          <a:xfrm>
            <a:off x="3514680" y="2846880"/>
            <a:ext cx="1327320" cy="2627280"/>
          </a:xfrm>
          <a:prstGeom prst="rect">
            <a:avLst/>
          </a:prstGeom>
          <a:ln w="0">
            <a:noFill/>
          </a:ln>
        </p:spPr>
      </p:pic>
      <p:pic>
        <p:nvPicPr>
          <p:cNvPr id="282" name="Imagen 27" descr=""/>
          <p:cNvPicPr/>
          <p:nvPr/>
        </p:nvPicPr>
        <p:blipFill>
          <a:blip r:embed="rId4"/>
          <a:srcRect l="0" t="6487" r="1467" b="0"/>
          <a:stretch/>
        </p:blipFill>
        <p:spPr>
          <a:xfrm>
            <a:off x="5702760" y="2864160"/>
            <a:ext cx="2642760" cy="2627280"/>
          </a:xfrm>
          <a:prstGeom prst="rect">
            <a:avLst/>
          </a:prstGeom>
          <a:ln w="0">
            <a:noFill/>
          </a:ln>
        </p:spPr>
      </p:pic>
      <p:pic>
        <p:nvPicPr>
          <p:cNvPr id="283" name="Imagen 29" descr=""/>
          <p:cNvPicPr/>
          <p:nvPr/>
        </p:nvPicPr>
        <p:blipFill>
          <a:blip r:embed="rId5"/>
          <a:srcRect l="4953" t="4648" r="7063" b="3498"/>
          <a:stretch/>
        </p:blipFill>
        <p:spPr>
          <a:xfrm>
            <a:off x="9206280" y="2845440"/>
            <a:ext cx="2205000" cy="2629800"/>
          </a:xfrm>
          <a:prstGeom prst="rect">
            <a:avLst/>
          </a:prstGeom>
          <a:ln w="0">
            <a:noFill/>
          </a:ln>
        </p:spPr>
      </p:pic>
      <p:sp>
        <p:nvSpPr>
          <p:cNvPr id="284" name="Text 1"/>
          <p:cNvSpPr/>
          <p:nvPr/>
        </p:nvSpPr>
        <p:spPr>
          <a:xfrm>
            <a:off x="751320" y="5562000"/>
            <a:ext cx="1868040" cy="1296000"/>
          </a:xfrm>
          <a:prstGeom prst="rect">
            <a:avLst/>
          </a:prstGeom>
          <a:noFill/>
          <a:ln w="0">
            <a:noFill/>
          </a:ln>
        </p:spPr>
        <p:style>
          <a:lnRef idx="0"/>
          <a:fillRef idx="0"/>
          <a:effectRef idx="0"/>
          <a:fontRef idx="minor"/>
        </p:style>
        <p:txBody>
          <a:bodyPr lIns="0" rIns="0" tIns="0" bIns="0" anchor="t">
            <a:normAutofit fontScale="73000"/>
          </a:bodyPr>
          <a:p>
            <a:pPr>
              <a:lnSpc>
                <a:spcPct val="107000"/>
              </a:lnSpc>
              <a:buNone/>
              <a:tabLst>
                <a:tab algn="l" pos="0"/>
              </a:tabLst>
            </a:pPr>
            <a:r>
              <a:rPr b="1" lang="en-US" sz="1200" spc="-1" strike="noStrike">
                <a:solidFill>
                  <a:srgbClr val="ffffff"/>
                </a:solidFill>
                <a:latin typeface="Arial"/>
              </a:rPr>
              <a:t>Motion Execution Pipeline</a:t>
            </a:r>
            <a:endParaRPr b="0" lang="en-US" sz="1200" spc="-1" strike="noStrike">
              <a:latin typeface="Arial"/>
            </a:endParaRPr>
          </a:p>
          <a:p>
            <a:pPr>
              <a:lnSpc>
                <a:spcPct val="107000"/>
              </a:lnSpc>
              <a:buNone/>
              <a:tabLst>
                <a:tab algn="l" pos="0"/>
              </a:tabLst>
            </a:pP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Executes LLM-generated waypoints</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Computes inverse kinematics with TRAC-IK</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Performs vertical approach and retreat motions</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Validates grasp success before continuing</a:t>
            </a:r>
            <a:endParaRPr b="0" lang="en-US" sz="1200" spc="-1" strike="noStrike">
              <a:latin typeface="Arial"/>
            </a:endParaRPr>
          </a:p>
        </p:txBody>
      </p:sp>
      <p:sp>
        <p:nvSpPr>
          <p:cNvPr id="285" name="Text 2"/>
          <p:cNvSpPr/>
          <p:nvPr/>
        </p:nvSpPr>
        <p:spPr>
          <a:xfrm>
            <a:off x="3244320" y="5562000"/>
            <a:ext cx="1868040" cy="1296000"/>
          </a:xfrm>
          <a:prstGeom prst="rect">
            <a:avLst/>
          </a:prstGeom>
          <a:noFill/>
          <a:ln w="0">
            <a:noFill/>
          </a:ln>
        </p:spPr>
        <p:style>
          <a:lnRef idx="0"/>
          <a:fillRef idx="0"/>
          <a:effectRef idx="0"/>
          <a:fontRef idx="minor"/>
        </p:style>
        <p:txBody>
          <a:bodyPr lIns="0" rIns="0" tIns="0" bIns="0" anchor="t">
            <a:normAutofit fontScale="81000"/>
          </a:bodyPr>
          <a:p>
            <a:pPr>
              <a:lnSpc>
                <a:spcPct val="107000"/>
              </a:lnSpc>
              <a:buNone/>
              <a:tabLst>
                <a:tab algn="l" pos="0"/>
              </a:tabLst>
            </a:pPr>
            <a:r>
              <a:rPr b="1" lang="en-US" sz="1200" spc="-1" strike="noStrike">
                <a:solidFill>
                  <a:srgbClr val="ffffff"/>
                </a:solidFill>
                <a:latin typeface="Arial"/>
              </a:rPr>
              <a:t>Receiver / Robot State</a:t>
            </a:r>
            <a:endParaRPr b="0" lang="en-US" sz="1200" spc="-1" strike="noStrike">
              <a:latin typeface="Arial"/>
            </a:endParaRPr>
          </a:p>
          <a:p>
            <a:pPr>
              <a:lnSpc>
                <a:spcPct val="107000"/>
              </a:lnSpc>
              <a:buNone/>
              <a:tabLst>
                <a:tab algn="l" pos="0"/>
              </a:tabLst>
            </a:pP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Tracks joint states continuously</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Estimates end-effector pose</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Maintains robot state snapshots</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Synchronizes planning and execution</a:t>
            </a:r>
            <a:endParaRPr b="0" lang="en-US" sz="1200" spc="-1" strike="noStrike">
              <a:latin typeface="Arial"/>
            </a:endParaRPr>
          </a:p>
        </p:txBody>
      </p:sp>
      <p:sp>
        <p:nvSpPr>
          <p:cNvPr id="286" name="Text 3"/>
          <p:cNvSpPr/>
          <p:nvPr/>
        </p:nvSpPr>
        <p:spPr>
          <a:xfrm>
            <a:off x="6184440" y="5519880"/>
            <a:ext cx="1868040" cy="1296000"/>
          </a:xfrm>
          <a:prstGeom prst="rect">
            <a:avLst/>
          </a:prstGeom>
          <a:noFill/>
          <a:ln w="0">
            <a:noFill/>
          </a:ln>
        </p:spPr>
        <p:style>
          <a:lnRef idx="0"/>
          <a:fillRef idx="0"/>
          <a:effectRef idx="0"/>
          <a:fontRef idx="minor"/>
        </p:style>
        <p:txBody>
          <a:bodyPr lIns="0" rIns="0" tIns="0" bIns="0" anchor="t">
            <a:normAutofit fontScale="82000"/>
          </a:bodyPr>
          <a:p>
            <a:pPr>
              <a:lnSpc>
                <a:spcPct val="107000"/>
              </a:lnSpc>
              <a:buNone/>
              <a:tabLst>
                <a:tab algn="l" pos="0"/>
              </a:tabLst>
            </a:pPr>
            <a:r>
              <a:rPr b="1" lang="en-US" sz="1200" spc="-1" strike="noStrike">
                <a:solidFill>
                  <a:srgbClr val="ffffff"/>
                </a:solidFill>
                <a:latin typeface="Arial"/>
              </a:rPr>
              <a:t>Scene &amp; Camera Helpers</a:t>
            </a:r>
            <a:endParaRPr b="0" lang="en-US" sz="1200" spc="-1" strike="noStrike">
              <a:latin typeface="Arial"/>
            </a:endParaRPr>
          </a:p>
          <a:p>
            <a:pPr>
              <a:lnSpc>
                <a:spcPct val="107000"/>
              </a:lnSpc>
              <a:buNone/>
              <a:tabLst>
                <a:tab algn="l" pos="0"/>
              </a:tabLst>
            </a:pP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Builds the scene representation</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Stores object positions and orientations</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Refines grasp targets</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Aligns grasp poses with detected objects</a:t>
            </a:r>
            <a:endParaRPr b="0" lang="en-US" sz="1200" spc="-1" strike="noStrike">
              <a:latin typeface="Arial"/>
            </a:endParaRPr>
          </a:p>
        </p:txBody>
      </p:sp>
      <p:sp>
        <p:nvSpPr>
          <p:cNvPr id="287" name="Text 4"/>
          <p:cNvSpPr/>
          <p:nvPr/>
        </p:nvSpPr>
        <p:spPr>
          <a:xfrm>
            <a:off x="9374760" y="5519880"/>
            <a:ext cx="1868040" cy="1296000"/>
          </a:xfrm>
          <a:prstGeom prst="rect">
            <a:avLst/>
          </a:prstGeom>
          <a:noFill/>
          <a:ln w="0">
            <a:noFill/>
          </a:ln>
        </p:spPr>
        <p:style>
          <a:lnRef idx="0"/>
          <a:fillRef idx="0"/>
          <a:effectRef idx="0"/>
          <a:fontRef idx="minor"/>
        </p:style>
        <p:txBody>
          <a:bodyPr lIns="0" rIns="0" tIns="0" bIns="0" anchor="t">
            <a:normAutofit fontScale="81000"/>
          </a:bodyPr>
          <a:p>
            <a:pPr>
              <a:lnSpc>
                <a:spcPct val="107000"/>
              </a:lnSpc>
              <a:buNone/>
              <a:tabLst>
                <a:tab algn="l" pos="0"/>
              </a:tabLst>
            </a:pPr>
            <a:r>
              <a:rPr b="1" lang="en-US" sz="1200" spc="-1" strike="noStrike">
                <a:solidFill>
                  <a:srgbClr val="ffffff"/>
                </a:solidFill>
                <a:latin typeface="Arial"/>
              </a:rPr>
              <a:t>Hardware &amp; Pose Utilities</a:t>
            </a:r>
            <a:endParaRPr b="0" lang="en-US" sz="1200" spc="-1" strike="noStrike">
              <a:latin typeface="Arial"/>
            </a:endParaRPr>
          </a:p>
          <a:p>
            <a:pPr>
              <a:lnSpc>
                <a:spcPct val="107000"/>
              </a:lnSpc>
              <a:buNone/>
              <a:tabLst>
                <a:tab algn="l" pos="0"/>
              </a:tabLst>
            </a:pP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Controls Sawyer joints and gripper</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Provides neutral and safe poses</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Handles motion execution parameters</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Enforces safety constraints</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88" name="Google Shape;257;p24"/>
          <p:cNvSpPr/>
          <p:nvPr/>
        </p:nvSpPr>
        <p:spPr>
          <a:xfrm>
            <a:off x="731160" y="320040"/>
            <a:ext cx="1005732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s-419" sz="2300" spc="-1" strike="noStrike">
                <a:solidFill>
                  <a:srgbClr val="ffffff"/>
                </a:solidFill>
                <a:latin typeface="Arial"/>
                <a:ea typeface="Arial"/>
              </a:rPr>
              <a:t>Integration &amp; Results  —  Jossua</a:t>
            </a:r>
            <a:endParaRPr b="0" lang="en-US" sz="2300" spc="-1" strike="noStrike">
              <a:latin typeface="Arial"/>
            </a:endParaRPr>
          </a:p>
        </p:txBody>
      </p:sp>
      <p:sp>
        <p:nvSpPr>
          <p:cNvPr id="289" name="Google Shape;258;p24"/>
          <p:cNvSpPr/>
          <p:nvPr/>
        </p:nvSpPr>
        <p:spPr>
          <a:xfrm>
            <a:off x="731160" y="914040"/>
            <a:ext cx="2284920" cy="3708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290" name="Google Shape;259;p24"/>
          <p:cNvSpPr/>
          <p:nvPr/>
        </p:nvSpPr>
        <p:spPr>
          <a:xfrm>
            <a:off x="914040" y="1279800"/>
            <a:ext cx="10514160" cy="77544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s-419" sz="1100" spc="-1" strike="noStrike">
                <a:solidFill>
                  <a:srgbClr val="d1d5db"/>
                </a:solidFill>
                <a:latin typeface="Arial"/>
                <a:ea typeface="Arial"/>
              </a:rPr>
              <a:t>The complete pipeline runs end-to-end: the user types a natural language instruction, the LLM generates task-specific code, and the Sawyer robot executes the pick-and-place operation in simulation. No manual trajectory programming, no fine-tuning, no task-specific code changes.</a:t>
            </a:r>
            <a:endParaRPr b="0" lang="en-US" sz="1100" spc="-1" strike="noStrike">
              <a:latin typeface="Arial"/>
            </a:endParaRPr>
          </a:p>
        </p:txBody>
      </p:sp>
      <p:sp>
        <p:nvSpPr>
          <p:cNvPr id="291" name="Google Shape;260;p24"/>
          <p:cNvSpPr/>
          <p:nvPr/>
        </p:nvSpPr>
        <p:spPr>
          <a:xfrm>
            <a:off x="731160" y="6034680"/>
            <a:ext cx="10057320" cy="27216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s-419" sz="900" spc="-1" strike="noStrike">
                <a:solidFill>
                  <a:srgbClr val="9ca3af"/>
                </a:solidFill>
                <a:latin typeface="Arial"/>
                <a:ea typeface="Arial"/>
              </a:rPr>
              <a:t>Demo video available — see the project submission.</a:t>
            </a:r>
            <a:endParaRPr b="0" lang="en-US" sz="900" spc="-1" strike="noStrike">
              <a:latin typeface="Arial"/>
            </a:endParaRPr>
          </a:p>
        </p:txBody>
      </p:sp>
      <p:pic>
        <p:nvPicPr>
          <p:cNvPr id="292" name="Google Shape;261;p24" descr=""/>
          <p:cNvPicPr/>
          <p:nvPr/>
        </p:nvPicPr>
        <p:blipFill>
          <a:blip r:embed="rId1"/>
          <a:stretch/>
        </p:blipFill>
        <p:spPr>
          <a:xfrm>
            <a:off x="1674000" y="2258640"/>
            <a:ext cx="8171280" cy="3572640"/>
          </a:xfrm>
          <a:prstGeom prst="rect">
            <a:avLst/>
          </a:prstGeom>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93" name="Google Shape;266;p25"/>
          <p:cNvSpPr/>
          <p:nvPr/>
        </p:nvSpPr>
        <p:spPr>
          <a:xfrm>
            <a:off x="731160" y="320040"/>
            <a:ext cx="1005660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s-419" sz="2300" spc="-1" strike="noStrike">
                <a:solidFill>
                  <a:srgbClr val="ffffff"/>
                </a:solidFill>
                <a:latin typeface="Arial"/>
                <a:ea typeface="Arial"/>
              </a:rPr>
              <a:t>Integration &amp; Results  —  Jossua</a:t>
            </a:r>
            <a:endParaRPr b="0" lang="en-US" sz="2300" spc="-1" strike="noStrike">
              <a:latin typeface="Arial"/>
            </a:endParaRPr>
          </a:p>
        </p:txBody>
      </p:sp>
      <p:sp>
        <p:nvSpPr>
          <p:cNvPr id="294" name="Google Shape;267;p25"/>
          <p:cNvSpPr/>
          <p:nvPr/>
        </p:nvSpPr>
        <p:spPr>
          <a:xfrm>
            <a:off x="731160" y="914040"/>
            <a:ext cx="2284920" cy="3708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295" name="Google Shape;268;p25"/>
          <p:cNvSpPr/>
          <p:nvPr/>
        </p:nvSpPr>
        <p:spPr>
          <a:xfrm>
            <a:off x="731160" y="1369080"/>
            <a:ext cx="10514160" cy="77544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s-419" sz="2200" spc="-1" strike="noStrike">
                <a:solidFill>
                  <a:srgbClr val="ffffff"/>
                </a:solidFill>
                <a:latin typeface="Arial"/>
                <a:ea typeface="Arial"/>
              </a:rPr>
              <a:t>Key differences from the reference paper</a:t>
            </a:r>
            <a:endParaRPr b="0" lang="en-US" sz="2200" spc="-1" strike="noStrike">
              <a:latin typeface="Arial"/>
            </a:endParaRPr>
          </a:p>
        </p:txBody>
      </p:sp>
      <p:graphicFrame>
        <p:nvGraphicFramePr>
          <p:cNvPr id="296" name="Google Shape;269;p25"/>
          <p:cNvGraphicFramePr/>
          <p:nvPr/>
        </p:nvGraphicFramePr>
        <p:xfrm>
          <a:off x="1270080" y="2566080"/>
          <a:ext cx="9650880" cy="3047400"/>
        </p:xfrm>
        <a:graphic>
          <a:graphicData uri="http://schemas.openxmlformats.org/drawingml/2006/table">
            <a:tbl>
              <a:tblPr/>
              <a:tblGrid>
                <a:gridCol w="3216600"/>
                <a:gridCol w="3216600"/>
                <a:gridCol w="3217680"/>
              </a:tblGrid>
              <a:tr h="470880">
                <a:tc>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tIns="91080" bIns="91080" anchor="t">
                      <a:noAutofit/>
                    </a:bodyPr>
                    <a:p>
                      <a:pPr>
                        <a:lnSpc>
                          <a:spcPct val="100000"/>
                        </a:lnSpc>
                        <a:buNone/>
                        <a:tabLst>
                          <a:tab algn="l" pos="0"/>
                        </a:tabLst>
                      </a:pPr>
                      <a:r>
                        <a:rPr b="0" lang="es-419" sz="1400" spc="-1" strike="noStrike">
                          <a:solidFill>
                            <a:srgbClr val="ffffff"/>
                          </a:solidFill>
                          <a:latin typeface="Arial"/>
                          <a:ea typeface="Arial"/>
                        </a:rPr>
                        <a:t>Kwon / Liang et al.</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tIns="91080" bIns="91080" anchor="t">
                      <a:noAutofit/>
                    </a:bodyPr>
                    <a:p>
                      <a:pPr>
                        <a:lnSpc>
                          <a:spcPct val="100000"/>
                        </a:lnSpc>
                        <a:buNone/>
                        <a:tabLst>
                          <a:tab algn="l" pos="0"/>
                        </a:tabLst>
                      </a:pPr>
                      <a:r>
                        <a:rPr b="0" lang="es-419" sz="1400" spc="-1" strike="noStrike">
                          <a:solidFill>
                            <a:srgbClr val="ffffff"/>
                          </a:solidFill>
                          <a:latin typeface="Arial"/>
                          <a:ea typeface="Arial"/>
                        </a:rPr>
                        <a:t>This project</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r>
              <a:tr h="470880">
                <a:tc>
                  <a:txBody>
                    <a:bodyPr lIns="91080" rIns="91080" tIns="91080" bIns="91080" anchor="t">
                      <a:noAutofit/>
                    </a:bodyPr>
                    <a:p>
                      <a:pPr>
                        <a:lnSpc>
                          <a:spcPct val="100000"/>
                        </a:lnSpc>
                        <a:buNone/>
                        <a:tabLst>
                          <a:tab algn="l" pos="0"/>
                        </a:tabLst>
                      </a:pPr>
                      <a:r>
                        <a:rPr b="0" lang="es-419" sz="1400" spc="-1" strike="noStrike">
                          <a:solidFill>
                            <a:srgbClr val="ffffff"/>
                          </a:solidFill>
                          <a:latin typeface="Arial"/>
                          <a:ea typeface="Arial"/>
                        </a:rPr>
                        <a:t>Robot</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tIns="91080" bIns="91080" anchor="t">
                      <a:noAutofit/>
                    </a:bodyPr>
                    <a:p>
                      <a:pPr>
                        <a:lnSpc>
                          <a:spcPct val="100000"/>
                        </a:lnSpc>
                        <a:buNone/>
                        <a:tabLst>
                          <a:tab algn="l" pos="0"/>
                        </a:tabLst>
                      </a:pPr>
                      <a:r>
                        <a:rPr b="0" lang="es-419" sz="1400" spc="-1" strike="noStrike">
                          <a:solidFill>
                            <a:srgbClr val="ffffff"/>
                          </a:solidFill>
                          <a:latin typeface="Arial"/>
                          <a:ea typeface="Arial"/>
                        </a:rPr>
                        <a:t>Franka Emika Panda</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tIns="91080" bIns="91080" anchor="t">
                      <a:noAutofit/>
                    </a:bodyPr>
                    <a:p>
                      <a:pPr>
                        <a:lnSpc>
                          <a:spcPct val="100000"/>
                        </a:lnSpc>
                        <a:buNone/>
                        <a:tabLst>
                          <a:tab algn="l" pos="0"/>
                        </a:tabLst>
                      </a:pPr>
                      <a:r>
                        <a:rPr b="0" lang="es-419" sz="1400" spc="-1" strike="noStrike">
                          <a:solidFill>
                            <a:srgbClr val="ffffff"/>
                          </a:solidFill>
                          <a:latin typeface="Arial"/>
                          <a:ea typeface="Arial"/>
                        </a:rPr>
                        <a:t>Sawyer</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r>
              <a:tr h="692640">
                <a:tc>
                  <a:txBody>
                    <a:bodyPr lIns="91080" rIns="91080" tIns="91080" bIns="91080" anchor="t">
                      <a:noAutofit/>
                    </a:bodyPr>
                    <a:p>
                      <a:pPr>
                        <a:lnSpc>
                          <a:spcPct val="100000"/>
                        </a:lnSpc>
                        <a:buNone/>
                        <a:tabLst>
                          <a:tab algn="l" pos="0"/>
                        </a:tabLst>
                      </a:pPr>
                      <a:r>
                        <a:rPr b="0" lang="es-419" sz="1400" spc="-1" strike="noStrike">
                          <a:solidFill>
                            <a:srgbClr val="ffffff"/>
                          </a:solidFill>
                          <a:latin typeface="Arial"/>
                          <a:ea typeface="Arial"/>
                        </a:rPr>
                        <a:t>Environment</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tIns="91080" bIns="91080" anchor="t">
                      <a:noAutofit/>
                    </a:bodyPr>
                    <a:p>
                      <a:pPr>
                        <a:lnSpc>
                          <a:spcPct val="100000"/>
                        </a:lnSpc>
                        <a:buNone/>
                        <a:tabLst>
                          <a:tab algn="l" pos="0"/>
                        </a:tabLst>
                      </a:pPr>
                      <a:r>
                        <a:rPr b="0" lang="es-419" sz="1400" spc="-1" strike="noStrike">
                          <a:solidFill>
                            <a:srgbClr val="ffffff"/>
                          </a:solidFill>
                          <a:latin typeface="Arial"/>
                          <a:ea typeface="Arial"/>
                        </a:rPr>
                        <a:t>Real robot</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tIns="91080" bIns="91080" anchor="t">
                      <a:noAutofit/>
                    </a:bodyPr>
                    <a:p>
                      <a:pPr>
                        <a:lnSpc>
                          <a:spcPct val="100000"/>
                        </a:lnSpc>
                        <a:buNone/>
                        <a:tabLst>
                          <a:tab algn="l" pos="0"/>
                        </a:tabLst>
                      </a:pPr>
                      <a:r>
                        <a:rPr b="0" lang="es-419" sz="1400" spc="-1" strike="noStrike">
                          <a:solidFill>
                            <a:srgbClr val="ffffff"/>
                          </a:solidFill>
                          <a:latin typeface="Arial"/>
                          <a:ea typeface="Arial"/>
                        </a:rPr>
                        <a:t>Gazebo Simulation using ROS</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r>
              <a:tr h="470880">
                <a:tc>
                  <a:txBody>
                    <a:bodyPr lIns="91080" rIns="91080" tIns="91080" bIns="91080" anchor="t">
                      <a:noAutofit/>
                    </a:bodyPr>
                    <a:p>
                      <a:pPr>
                        <a:lnSpc>
                          <a:spcPct val="100000"/>
                        </a:lnSpc>
                        <a:buNone/>
                        <a:tabLst>
                          <a:tab algn="l" pos="0"/>
                        </a:tabLst>
                      </a:pPr>
                      <a:r>
                        <a:rPr b="0" lang="es-419" sz="1400" spc="-1" strike="noStrike">
                          <a:solidFill>
                            <a:srgbClr val="ffffff"/>
                          </a:solidFill>
                          <a:latin typeface="Arial"/>
                          <a:ea typeface="Arial"/>
                        </a:rPr>
                        <a:t>LLM</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tIns="91080" bIns="91080" anchor="t">
                      <a:noAutofit/>
                    </a:bodyPr>
                    <a:p>
                      <a:pPr>
                        <a:lnSpc>
                          <a:spcPct val="100000"/>
                        </a:lnSpc>
                        <a:buNone/>
                        <a:tabLst>
                          <a:tab algn="l" pos="0"/>
                        </a:tabLst>
                      </a:pPr>
                      <a:r>
                        <a:rPr b="0" lang="es-419" sz="1400" spc="-1" strike="noStrike">
                          <a:solidFill>
                            <a:srgbClr val="ffffff"/>
                          </a:solidFill>
                          <a:latin typeface="Arial"/>
                          <a:ea typeface="Arial"/>
                        </a:rPr>
                        <a:t>GPT (Cloud)</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tIns="91080" bIns="91080" anchor="t">
                      <a:noAutofit/>
                    </a:bodyPr>
                    <a:p>
                      <a:pPr>
                        <a:lnSpc>
                          <a:spcPct val="100000"/>
                        </a:lnSpc>
                        <a:buNone/>
                        <a:tabLst>
                          <a:tab algn="l" pos="0"/>
                        </a:tabLst>
                      </a:pPr>
                      <a:r>
                        <a:rPr b="0" lang="es-419" sz="1400" spc="-1" strike="noStrike">
                          <a:solidFill>
                            <a:srgbClr val="ffffff"/>
                          </a:solidFill>
                          <a:latin typeface="Arial"/>
                          <a:ea typeface="Arial"/>
                        </a:rPr>
                        <a:t>Qwen2.5-Coder 3B (local)</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r>
              <a:tr h="470880">
                <a:tc>
                  <a:txBody>
                    <a:bodyPr lIns="91080" rIns="91080" tIns="91080" bIns="91080" anchor="t">
                      <a:noAutofit/>
                    </a:bodyPr>
                    <a:p>
                      <a:pPr>
                        <a:lnSpc>
                          <a:spcPct val="100000"/>
                        </a:lnSpc>
                        <a:buNone/>
                        <a:tabLst>
                          <a:tab algn="l" pos="0"/>
                        </a:tabLst>
                      </a:pPr>
                      <a:r>
                        <a:rPr b="0" lang="es-419" sz="1400" spc="-1" strike="noStrike">
                          <a:solidFill>
                            <a:srgbClr val="ffffff"/>
                          </a:solidFill>
                          <a:latin typeface="Arial"/>
                          <a:ea typeface="Arial"/>
                        </a:rPr>
                        <a:t>Cost</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tIns="91080" bIns="91080" anchor="t">
                      <a:noAutofit/>
                    </a:bodyPr>
                    <a:p>
                      <a:pPr>
                        <a:lnSpc>
                          <a:spcPct val="100000"/>
                        </a:lnSpc>
                        <a:buNone/>
                        <a:tabLst>
                          <a:tab algn="l" pos="0"/>
                        </a:tabLst>
                      </a:pPr>
                      <a:r>
                        <a:rPr b="0" lang="es-419" sz="1400" spc="-1" strike="noStrike">
                          <a:solidFill>
                            <a:srgbClr val="ffffff"/>
                          </a:solidFill>
                          <a:latin typeface="Arial"/>
                          <a:ea typeface="Arial"/>
                        </a:rPr>
                        <a:t>API key/ Paid service</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tIns="91080" bIns="91080" anchor="t">
                      <a:noAutofit/>
                    </a:bodyPr>
                    <a:p>
                      <a:pPr>
                        <a:lnSpc>
                          <a:spcPct val="100000"/>
                        </a:lnSpc>
                        <a:buNone/>
                        <a:tabLst>
                          <a:tab algn="l" pos="0"/>
                        </a:tabLst>
                      </a:pPr>
                      <a:r>
                        <a:rPr b="0" lang="es-419" sz="1400" spc="-1" strike="noStrike">
                          <a:solidFill>
                            <a:srgbClr val="ffffff"/>
                          </a:solidFill>
                          <a:latin typeface="Arial"/>
                          <a:ea typeface="Arial"/>
                        </a:rPr>
                        <a:t>Free, 100% local</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r>
              <a:tr h="471240">
                <a:tc>
                  <a:txBody>
                    <a:bodyPr lIns="91080" rIns="91080" tIns="91080" bIns="91080" anchor="t">
                      <a:noAutofit/>
                    </a:bodyPr>
                    <a:p>
                      <a:pPr>
                        <a:lnSpc>
                          <a:spcPct val="100000"/>
                        </a:lnSpc>
                        <a:buNone/>
                        <a:tabLst>
                          <a:tab algn="l" pos="0"/>
                        </a:tabLst>
                      </a:pPr>
                      <a:r>
                        <a:rPr b="0" lang="es-419" sz="1400" spc="-1" strike="noStrike">
                          <a:solidFill>
                            <a:srgbClr val="ffffff"/>
                          </a:solidFill>
                          <a:latin typeface="Arial"/>
                          <a:ea typeface="Arial"/>
                        </a:rPr>
                        <a:t>Privacy</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tIns="91080" bIns="91080" anchor="t">
                      <a:noAutofit/>
                    </a:bodyPr>
                    <a:p>
                      <a:pPr>
                        <a:lnSpc>
                          <a:spcPct val="100000"/>
                        </a:lnSpc>
                        <a:buNone/>
                        <a:tabLst>
                          <a:tab algn="l" pos="0"/>
                        </a:tabLst>
                      </a:pPr>
                      <a:r>
                        <a:rPr b="0" lang="es-419" sz="1400" spc="-1" strike="noStrike">
                          <a:solidFill>
                            <a:srgbClr val="ffffff"/>
                          </a:solidFill>
                          <a:latin typeface="Arial"/>
                          <a:ea typeface="Arial"/>
                        </a:rPr>
                        <a:t>–</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tIns="91080" bIns="91080" anchor="t">
                      <a:noAutofit/>
                    </a:bodyPr>
                    <a:p>
                      <a:pPr>
                        <a:lnSpc>
                          <a:spcPct val="100000"/>
                        </a:lnSpc>
                        <a:buNone/>
                        <a:tabLst>
                          <a:tab algn="l" pos="0"/>
                        </a:tabLst>
                      </a:pPr>
                      <a:r>
                        <a:rPr b="0" lang="es-419" sz="1400" spc="-1" strike="noStrike">
                          <a:solidFill>
                            <a:srgbClr val="ffffff"/>
                          </a:solidFill>
                          <a:latin typeface="Arial"/>
                          <a:ea typeface="Arial"/>
                        </a:rPr>
                        <a:t>Localhost</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r>
            </a:tbl>
          </a:graphicData>
        </a:graphic>
      </p:graphicFrame>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97" name="Google Shape;274;p26"/>
          <p:cNvSpPr/>
          <p:nvPr/>
        </p:nvSpPr>
        <p:spPr>
          <a:xfrm>
            <a:off x="4273200" y="0"/>
            <a:ext cx="460404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s-419" sz="2300" spc="-1" strike="noStrike">
                <a:solidFill>
                  <a:srgbClr val="ffffff"/>
                </a:solidFill>
                <a:latin typeface="Arial"/>
                <a:ea typeface="Arial"/>
              </a:rPr>
              <a:t>Integration &amp; Results</a:t>
            </a:r>
            <a:endParaRPr b="0" lang="en-US" sz="2300" spc="-1" strike="noStrike">
              <a:latin typeface="Arial"/>
            </a:endParaRPr>
          </a:p>
        </p:txBody>
      </p:sp>
      <p:sp>
        <p:nvSpPr>
          <p:cNvPr id="298" name="Google Shape;275;p26"/>
          <p:cNvSpPr/>
          <p:nvPr/>
        </p:nvSpPr>
        <p:spPr>
          <a:xfrm>
            <a:off x="731160" y="914040"/>
            <a:ext cx="2284920" cy="3708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pic>
        <p:nvPicPr>
          <p:cNvPr id="299" name="Google Shape;276;p26" descr=""/>
          <p:cNvPicPr/>
          <p:nvPr/>
        </p:nvPicPr>
        <p:blipFill>
          <a:blip r:embed="rId1"/>
          <a:stretch/>
        </p:blipFill>
        <p:spPr>
          <a:xfrm>
            <a:off x="261720" y="641520"/>
            <a:ext cx="7742160" cy="5998680"/>
          </a:xfrm>
          <a:prstGeom prst="rect">
            <a:avLst/>
          </a:prstGeom>
          <a:ln w="0">
            <a:noFill/>
          </a:ln>
        </p:spPr>
      </p:pic>
      <p:sp>
        <p:nvSpPr>
          <p:cNvPr id="300" name="Google Shape;277;p26"/>
          <p:cNvSpPr/>
          <p:nvPr/>
        </p:nvSpPr>
        <p:spPr>
          <a:xfrm>
            <a:off x="8004600" y="3045600"/>
            <a:ext cx="3999240" cy="883800"/>
          </a:xfrm>
          <a:prstGeom prst="rect">
            <a:avLst/>
          </a:prstGeom>
          <a:noFill/>
          <a:ln w="0">
            <a:noFill/>
          </a:ln>
        </p:spPr>
        <p:style>
          <a:lnRef idx="0"/>
          <a:fillRef idx="0"/>
          <a:effectRef idx="0"/>
          <a:fontRef idx="minor"/>
        </p:style>
        <p:txBody>
          <a:bodyPr tIns="91440" bIns="91440" anchor="t">
            <a:spAutoFit/>
          </a:bodyPr>
          <a:p>
            <a:pPr>
              <a:lnSpc>
                <a:spcPct val="100000"/>
              </a:lnSpc>
              <a:buNone/>
              <a:tabLst>
                <a:tab algn="l" pos="0"/>
              </a:tabLst>
            </a:pPr>
            <a:r>
              <a:rPr b="0" lang="es-419" sz="2300" spc="-1" strike="noStrike">
                <a:solidFill>
                  <a:srgbClr val="ffffff"/>
                </a:solidFill>
                <a:latin typeface="Arial"/>
                <a:ea typeface="Arial"/>
              </a:rPr>
              <a:t>Code of API bridge to and from Ollama</a:t>
            </a:r>
            <a:endParaRPr b="0" lang="en-US" sz="230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301" name="Google Shape;282;p27"/>
          <p:cNvSpPr/>
          <p:nvPr/>
        </p:nvSpPr>
        <p:spPr>
          <a:xfrm>
            <a:off x="685800" y="393480"/>
            <a:ext cx="460404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s-419" sz="2300" spc="-1" strike="noStrike">
                <a:solidFill>
                  <a:srgbClr val="ffffff"/>
                </a:solidFill>
                <a:latin typeface="Arial"/>
                <a:ea typeface="Arial"/>
              </a:rPr>
              <a:t>Integration &amp; Results</a:t>
            </a:r>
            <a:endParaRPr b="0" lang="en-US" sz="2300" spc="-1" strike="noStrike">
              <a:latin typeface="Arial"/>
            </a:endParaRPr>
          </a:p>
        </p:txBody>
      </p:sp>
      <p:sp>
        <p:nvSpPr>
          <p:cNvPr id="302" name="Google Shape;283;p27"/>
          <p:cNvSpPr/>
          <p:nvPr/>
        </p:nvSpPr>
        <p:spPr>
          <a:xfrm>
            <a:off x="685440" y="1299600"/>
            <a:ext cx="8856360" cy="442440"/>
          </a:xfrm>
          <a:prstGeom prst="rect">
            <a:avLst/>
          </a:prstGeom>
          <a:noFill/>
          <a:ln w="0">
            <a:noFill/>
          </a:ln>
        </p:spPr>
        <p:style>
          <a:lnRef idx="0"/>
          <a:fillRef idx="0"/>
          <a:effectRef idx="0"/>
          <a:fontRef idx="minor"/>
        </p:style>
        <p:txBody>
          <a:bodyPr tIns="91440" bIns="91440" anchor="t">
            <a:spAutoFit/>
          </a:bodyPr>
          <a:p>
            <a:pPr>
              <a:lnSpc>
                <a:spcPct val="100000"/>
              </a:lnSpc>
              <a:buNone/>
              <a:tabLst>
                <a:tab algn="l" pos="0"/>
              </a:tabLst>
            </a:pPr>
            <a:r>
              <a:rPr b="0" lang="es-419" sz="1700" spc="-1" strike="noStrike">
                <a:solidFill>
                  <a:srgbClr val="ffffff"/>
                </a:solidFill>
                <a:latin typeface="Arial"/>
                <a:ea typeface="Arial"/>
              </a:rPr>
              <a:t>Code of the routine generated by the LLM to perform a task</a:t>
            </a:r>
            <a:endParaRPr b="0" lang="en-US" sz="1700" spc="-1" strike="noStrike">
              <a:latin typeface="Arial"/>
            </a:endParaRPr>
          </a:p>
        </p:txBody>
      </p:sp>
      <p:pic>
        <p:nvPicPr>
          <p:cNvPr id="303" name="Google Shape;284;p27" descr="solo quitale los comentarios que existen en el codigo presente en la imagen"/>
          <p:cNvPicPr/>
          <p:nvPr/>
        </p:nvPicPr>
        <p:blipFill>
          <a:blip r:embed="rId1"/>
          <a:stretch/>
        </p:blipFill>
        <p:spPr>
          <a:xfrm>
            <a:off x="2581200" y="2111400"/>
            <a:ext cx="7028640" cy="4118400"/>
          </a:xfrm>
          <a:prstGeom prst="rect">
            <a:avLst/>
          </a:prstGeom>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304" name="Google Shape;289;p28"/>
          <p:cNvSpPr/>
          <p:nvPr/>
        </p:nvSpPr>
        <p:spPr>
          <a:xfrm>
            <a:off x="685800" y="393480"/>
            <a:ext cx="4604040" cy="546120"/>
          </a:xfrm>
          <a:prstGeom prst="rect">
            <a:avLst/>
          </a:prstGeom>
          <a:noFill/>
          <a:ln w="0">
            <a:noFill/>
          </a:ln>
        </p:spPr>
        <p:style>
          <a:lnRef idx="0"/>
          <a:fillRef idx="0"/>
          <a:effectRef idx="0"/>
          <a:fontRef idx="minor"/>
        </p:style>
      </p:sp>
      <p:sp>
        <p:nvSpPr>
          <p:cNvPr id="305" name="Google Shape;290;p28"/>
          <p:cNvSpPr/>
          <p:nvPr/>
        </p:nvSpPr>
        <p:spPr>
          <a:xfrm>
            <a:off x="791640" y="297360"/>
            <a:ext cx="8103240" cy="549000"/>
          </a:xfrm>
          <a:prstGeom prst="rect">
            <a:avLst/>
          </a:prstGeom>
          <a:noFill/>
          <a:ln w="0">
            <a:noFill/>
          </a:ln>
        </p:spPr>
        <p:style>
          <a:lnRef idx="0"/>
          <a:fillRef idx="0"/>
          <a:effectRef idx="0"/>
          <a:fontRef idx="minor"/>
        </p:style>
        <p:txBody>
          <a:bodyPr tIns="91440" bIns="91440" anchor="t">
            <a:spAutoFit/>
          </a:bodyPr>
          <a:p>
            <a:pPr>
              <a:lnSpc>
                <a:spcPct val="100000"/>
              </a:lnSpc>
              <a:buNone/>
              <a:tabLst>
                <a:tab algn="l" pos="0"/>
              </a:tabLst>
            </a:pPr>
            <a:r>
              <a:rPr b="1" lang="es-419" sz="2400" spc="-1" strike="noStrike">
                <a:solidFill>
                  <a:srgbClr val="ffffff"/>
                </a:solidFill>
                <a:latin typeface="Arial"/>
                <a:ea typeface="Arial"/>
              </a:rPr>
              <a:t>Results</a:t>
            </a:r>
            <a:endParaRPr b="0" lang="en-US" sz="2400" spc="-1" strike="noStrike">
              <a:latin typeface="Arial"/>
            </a:endParaRPr>
          </a:p>
        </p:txBody>
      </p:sp>
      <p:pic>
        <p:nvPicPr>
          <p:cNvPr id="306" name="Google Shape;291;p28" descr=""/>
          <p:cNvPicPr/>
          <p:nvPr/>
        </p:nvPicPr>
        <p:blipFill>
          <a:blip r:embed="rId1"/>
          <a:stretch/>
        </p:blipFill>
        <p:spPr>
          <a:xfrm>
            <a:off x="685800" y="1515600"/>
            <a:ext cx="3485520" cy="3826440"/>
          </a:xfrm>
          <a:prstGeom prst="rect">
            <a:avLst/>
          </a:prstGeom>
          <a:ln w="0">
            <a:noFill/>
          </a:ln>
        </p:spPr>
      </p:pic>
      <p:sp>
        <p:nvSpPr>
          <p:cNvPr id="307" name="Google Shape;292;p28"/>
          <p:cNvSpPr/>
          <p:nvPr/>
        </p:nvSpPr>
        <p:spPr>
          <a:xfrm>
            <a:off x="4692240" y="1121760"/>
            <a:ext cx="6880320" cy="3563640"/>
          </a:xfrm>
          <a:prstGeom prst="rect">
            <a:avLst/>
          </a:prstGeom>
          <a:noFill/>
          <a:ln w="0">
            <a:noFill/>
          </a:ln>
        </p:spPr>
        <p:style>
          <a:lnRef idx="0"/>
          <a:fillRef idx="0"/>
          <a:effectRef idx="0"/>
          <a:fontRef idx="minor"/>
        </p:style>
        <p:txBody>
          <a:bodyPr tIns="91440" bIns="91440" anchor="t">
            <a:spAutoFit/>
          </a:bodyPr>
          <a:p>
            <a:pPr>
              <a:lnSpc>
                <a:spcPct val="100000"/>
              </a:lnSpc>
              <a:buNone/>
              <a:tabLst>
                <a:tab algn="l" pos="0"/>
              </a:tabLst>
            </a:pPr>
            <a:r>
              <a:rPr b="1" lang="es-419" sz="1900" spc="-1" strike="noStrike">
                <a:solidFill>
                  <a:srgbClr val="ffffff"/>
                </a:solidFill>
                <a:latin typeface="Arial"/>
                <a:ea typeface="Arial"/>
              </a:rPr>
              <a:t>   ✓ </a:t>
            </a:r>
            <a:r>
              <a:rPr b="1" lang="es-419" sz="1900" spc="-1" strike="noStrike">
                <a:solidFill>
                  <a:srgbClr val="ffffff"/>
                </a:solidFill>
                <a:latin typeface="Arial"/>
                <a:ea typeface="Arial"/>
              </a:rPr>
              <a:t>Successes:                                                           </a:t>
            </a:r>
            <a:endParaRPr b="0" lang="en-US" sz="1900" spc="-1" strike="noStrike">
              <a:latin typeface="Arial"/>
            </a:endParaRPr>
          </a:p>
          <a:p>
            <a:pPr>
              <a:lnSpc>
                <a:spcPct val="100000"/>
              </a:lnSpc>
              <a:buNone/>
              <a:tabLst>
                <a:tab algn="l" pos="0"/>
              </a:tabLst>
            </a:pPr>
            <a:r>
              <a:rPr b="0" lang="es-419" sz="1400" spc="-1" strike="noStrike">
                <a:solidFill>
                  <a:srgbClr val="ffffff"/>
                </a:solidFill>
                <a:latin typeface="Arial"/>
                <a:ea typeface="Arial"/>
              </a:rPr>
              <a:t>       </a:t>
            </a:r>
            <a:r>
              <a:rPr b="0" lang="es-419" sz="1400" spc="-1" strike="noStrike">
                <a:solidFill>
                  <a:srgbClr val="ffffff"/>
                </a:solidFill>
                <a:latin typeface="Arial"/>
                <a:ea typeface="Arial"/>
              </a:rPr>
              <a:t>- Handles varying object positions                                   </a:t>
            </a:r>
            <a:endParaRPr b="0" lang="en-US" sz="1400" spc="-1" strike="noStrike">
              <a:latin typeface="Arial"/>
            </a:endParaRPr>
          </a:p>
          <a:p>
            <a:pPr>
              <a:lnSpc>
                <a:spcPct val="100000"/>
              </a:lnSpc>
              <a:buNone/>
              <a:tabLst>
                <a:tab algn="l" pos="0"/>
              </a:tabLst>
            </a:pPr>
            <a:r>
              <a:rPr b="0" lang="es-419" sz="1400" spc="-1" strike="noStrike">
                <a:solidFill>
                  <a:srgbClr val="ffffff"/>
                </a:solidFill>
                <a:latin typeface="Arial"/>
                <a:ea typeface="Arial"/>
              </a:rPr>
              <a:t>       </a:t>
            </a:r>
            <a:r>
              <a:rPr b="0" lang="es-419" sz="1400" spc="-1" strike="noStrike">
                <a:solidFill>
                  <a:srgbClr val="ffffff"/>
                </a:solidFill>
                <a:latin typeface="Arial"/>
                <a:ea typeface="Arial"/>
              </a:rPr>
              <a:t>- Multiple object types (blocks, cans, boxes)                        </a:t>
            </a:r>
            <a:endParaRPr b="0" lang="en-US" sz="1400" spc="-1" strike="noStrike">
              <a:latin typeface="Arial"/>
            </a:endParaRPr>
          </a:p>
          <a:p>
            <a:pPr>
              <a:lnSpc>
                <a:spcPct val="100000"/>
              </a:lnSpc>
              <a:buNone/>
              <a:tabLst>
                <a:tab algn="l" pos="0"/>
              </a:tabLst>
            </a:pPr>
            <a:r>
              <a:rPr b="0" lang="es-419" sz="1400" spc="-1" strike="noStrike">
                <a:solidFill>
                  <a:srgbClr val="ffffff"/>
                </a:solidFill>
                <a:latin typeface="Arial"/>
                <a:ea typeface="Arial"/>
              </a:rPr>
              <a:t>       </a:t>
            </a:r>
            <a:r>
              <a:rPr b="0" lang="es-419" sz="1400" spc="-1" strike="noStrike">
                <a:solidFill>
                  <a:srgbClr val="ffffff"/>
                </a:solidFill>
                <a:latin typeface="Arial"/>
                <a:ea typeface="Arial"/>
              </a:rPr>
              <a:t>- Multi-step instructions                                            </a:t>
            </a:r>
            <a:endParaRPr b="0" lang="en-US" sz="1400" spc="-1" strike="noStrike">
              <a:latin typeface="Arial"/>
            </a:endParaRPr>
          </a:p>
          <a:p>
            <a:pPr>
              <a:lnSpc>
                <a:spcPct val="100000"/>
              </a:lnSpc>
              <a:buNone/>
              <a:tabLst>
                <a:tab algn="l" pos="0"/>
              </a:tabLst>
            </a:pPr>
            <a:r>
              <a:rPr b="0" lang="es-419" sz="1400" spc="-1" strike="noStrike">
                <a:solidFill>
                  <a:srgbClr val="ffffff"/>
                </a:solidFill>
                <a:latin typeface="Arial"/>
                <a:ea typeface="Arial"/>
              </a:rPr>
              <a:t>       </a:t>
            </a:r>
            <a:r>
              <a:rPr b="0" lang="es-419" sz="1400" spc="-1" strike="noStrike">
                <a:solidFill>
                  <a:srgbClr val="ffffff"/>
                </a:solidFill>
                <a:latin typeface="Arial"/>
                <a:ea typeface="Arial"/>
              </a:rPr>
              <a:t>- Code is human-readable and modifiable                              </a:t>
            </a:r>
            <a:endParaRPr b="0" lang="en-US" sz="1400" spc="-1" strike="noStrike">
              <a:latin typeface="Arial"/>
            </a:endParaRPr>
          </a:p>
          <a:p>
            <a:pPr>
              <a:lnSpc>
                <a:spcPct val="100000"/>
              </a:lnSpc>
              <a:buNone/>
              <a:tabLst>
                <a:tab algn="l" pos="0"/>
              </a:tabLst>
            </a:pPr>
            <a:r>
              <a:rPr b="0" lang="es-419" sz="1400" spc="-1" strike="noStrike">
                <a:solidFill>
                  <a:srgbClr val="ffffff"/>
                </a:solidFill>
                <a:latin typeface="Arial"/>
                <a:ea typeface="Arial"/>
              </a:rPr>
              <a:t>                                                                            </a:t>
            </a:r>
            <a:endParaRPr b="0" lang="en-US" sz="1400" spc="-1" strike="noStrike">
              <a:latin typeface="Arial"/>
            </a:endParaRPr>
          </a:p>
          <a:p>
            <a:pPr>
              <a:lnSpc>
                <a:spcPct val="100000"/>
              </a:lnSpc>
              <a:buNone/>
              <a:tabLst>
                <a:tab algn="l" pos="0"/>
              </a:tabLst>
            </a:pPr>
            <a:r>
              <a:rPr b="1" lang="es-419" sz="1800" spc="-1" strike="noStrike">
                <a:solidFill>
                  <a:srgbClr val="ffffff"/>
                </a:solidFill>
                <a:latin typeface="Arial"/>
                <a:ea typeface="Arial"/>
              </a:rPr>
              <a:t>    ✗ </a:t>
            </a:r>
            <a:r>
              <a:rPr b="1" lang="es-419" sz="1800" spc="-1" strike="noStrike">
                <a:solidFill>
                  <a:srgbClr val="ffffff"/>
                </a:solidFill>
                <a:latin typeface="Arial"/>
                <a:ea typeface="Arial"/>
              </a:rPr>
              <a:t>Limitations:                                                         </a:t>
            </a:r>
            <a:endParaRPr b="0" lang="en-US" sz="1800" spc="-1" strike="noStrike">
              <a:latin typeface="Arial"/>
            </a:endParaRPr>
          </a:p>
          <a:p>
            <a:pPr>
              <a:lnSpc>
                <a:spcPct val="100000"/>
              </a:lnSpc>
              <a:buNone/>
              <a:tabLst>
                <a:tab algn="l" pos="0"/>
              </a:tabLst>
            </a:pPr>
            <a:r>
              <a:rPr b="0" lang="es-419" sz="1400" spc="-1" strike="noStrike">
                <a:solidFill>
                  <a:srgbClr val="ffffff"/>
                </a:solidFill>
                <a:latin typeface="Arial"/>
                <a:ea typeface="Arial"/>
              </a:rPr>
              <a:t>       </a:t>
            </a:r>
            <a:r>
              <a:rPr b="0" lang="es-419" sz="1400" spc="-1" strike="noStrike">
                <a:solidFill>
                  <a:srgbClr val="ffffff"/>
                </a:solidFill>
                <a:latin typeface="Arial"/>
                <a:ea typeface="Arial"/>
              </a:rPr>
              <a:t>- Static scenes only (no moving objects)                             </a:t>
            </a:r>
            <a:endParaRPr b="0" lang="en-US" sz="1400" spc="-1" strike="noStrike">
              <a:latin typeface="Arial"/>
            </a:endParaRPr>
          </a:p>
          <a:p>
            <a:pPr>
              <a:lnSpc>
                <a:spcPct val="100000"/>
              </a:lnSpc>
              <a:buNone/>
              <a:tabLst>
                <a:tab algn="l" pos="0"/>
              </a:tabLst>
            </a:pPr>
            <a:r>
              <a:rPr b="0" lang="es-419" sz="1400" spc="-1" strike="noStrike">
                <a:solidFill>
                  <a:srgbClr val="ffffff"/>
                </a:solidFill>
                <a:latin typeface="Arial"/>
                <a:ea typeface="Arial"/>
              </a:rPr>
              <a:t>       </a:t>
            </a:r>
            <a:r>
              <a:rPr b="0" lang="es-419" sz="1400" spc="-1" strike="noStrike">
                <a:solidFill>
                  <a:srgbClr val="ffffff"/>
                </a:solidFill>
                <a:latin typeface="Arial"/>
                <a:ea typeface="Arial"/>
              </a:rPr>
              <a:t>- Limited to pick-and-place primitives                               </a:t>
            </a:r>
            <a:endParaRPr b="0" lang="en-US" sz="1400" spc="-1" strike="noStrike">
              <a:latin typeface="Arial"/>
            </a:endParaRPr>
          </a:p>
          <a:p>
            <a:pPr>
              <a:lnSpc>
                <a:spcPct val="100000"/>
              </a:lnSpc>
              <a:buNone/>
              <a:tabLst>
                <a:tab algn="l" pos="0"/>
              </a:tabLst>
            </a:pPr>
            <a:r>
              <a:rPr b="0" lang="es-419" sz="1400" spc="-1" strike="noStrike">
                <a:solidFill>
                  <a:srgbClr val="ffffff"/>
                </a:solidFill>
                <a:latin typeface="Arial"/>
                <a:ea typeface="Arial"/>
              </a:rPr>
              <a:t>       </a:t>
            </a:r>
            <a:r>
              <a:rPr b="0" lang="es-419" sz="1400" spc="-1" strike="noStrike">
                <a:solidFill>
                  <a:srgbClr val="ffffff"/>
                </a:solidFill>
                <a:latin typeface="Arial"/>
                <a:ea typeface="Arial"/>
              </a:rPr>
              <a:t>- Occasional syntax errors → retry                                   </a:t>
            </a:r>
            <a:endParaRPr b="0" lang="en-US" sz="1400" spc="-1" strike="noStrike">
              <a:latin typeface="Arial"/>
            </a:endParaRPr>
          </a:p>
          <a:p>
            <a:pPr>
              <a:lnSpc>
                <a:spcPct val="100000"/>
              </a:lnSpc>
              <a:buNone/>
              <a:tabLst>
                <a:tab algn="l" pos="0"/>
              </a:tabLst>
            </a:pPr>
            <a:r>
              <a:rPr b="0" lang="es-419" sz="1400" spc="-1" strike="noStrike">
                <a:solidFill>
                  <a:srgbClr val="ffffff"/>
                </a:solidFill>
                <a:latin typeface="Arial"/>
                <a:ea typeface="Arial"/>
              </a:rPr>
              <a:t>                                                                            </a:t>
            </a:r>
            <a:endParaRPr b="0" lang="en-US" sz="1400" spc="-1" strike="noStrike">
              <a:latin typeface="Arial"/>
            </a:endParaRPr>
          </a:p>
          <a:p>
            <a:pPr>
              <a:lnSpc>
                <a:spcPct val="100000"/>
              </a:lnSpc>
              <a:buNone/>
              <a:tabLst>
                <a:tab algn="l" pos="0"/>
              </a:tabLst>
            </a:pPr>
            <a:r>
              <a:rPr b="1" lang="es-419" sz="1700" spc="-1" strike="noStrike">
                <a:solidFill>
                  <a:srgbClr val="ffffff"/>
                </a:solidFill>
                <a:latin typeface="Arial"/>
                <a:ea typeface="Arial"/>
              </a:rPr>
              <a:t>     → </a:t>
            </a:r>
            <a:r>
              <a:rPr b="1" lang="es-419" sz="1700" spc="-1" strike="noStrike">
                <a:solidFill>
                  <a:srgbClr val="ffffff"/>
                </a:solidFill>
                <a:latin typeface="Arial"/>
                <a:ea typeface="Arial"/>
              </a:rPr>
              <a:t>Future work:                                                         </a:t>
            </a:r>
            <a:endParaRPr b="0" lang="en-US" sz="1700" spc="-1" strike="noStrike">
              <a:latin typeface="Arial"/>
            </a:endParaRPr>
          </a:p>
          <a:p>
            <a:pPr>
              <a:lnSpc>
                <a:spcPct val="100000"/>
              </a:lnSpc>
              <a:buNone/>
              <a:tabLst>
                <a:tab algn="l" pos="0"/>
              </a:tabLst>
            </a:pPr>
            <a:r>
              <a:rPr b="0" lang="es-419" sz="1400" spc="-1" strike="noStrike">
                <a:solidFill>
                  <a:srgbClr val="ffffff"/>
                </a:solidFill>
                <a:latin typeface="Arial"/>
                <a:ea typeface="Arial"/>
              </a:rPr>
              <a:t>       </a:t>
            </a:r>
            <a:r>
              <a:rPr b="0" lang="es-419" sz="1400" spc="-1" strike="noStrike">
                <a:solidFill>
                  <a:srgbClr val="ffffff"/>
                </a:solidFill>
                <a:latin typeface="Arial"/>
                <a:ea typeface="Arial"/>
              </a:rPr>
              <a:t>- Dynamic scene handling                                             </a:t>
            </a:r>
            <a:endParaRPr b="0" lang="en-US" sz="1400" spc="-1" strike="noStrike">
              <a:latin typeface="Arial"/>
            </a:endParaRPr>
          </a:p>
          <a:p>
            <a:pPr>
              <a:lnSpc>
                <a:spcPct val="100000"/>
              </a:lnSpc>
              <a:buNone/>
              <a:tabLst>
                <a:tab algn="l" pos="0"/>
              </a:tabLst>
            </a:pPr>
            <a:r>
              <a:rPr b="0" lang="es-419" sz="1400" spc="-1" strike="noStrike">
                <a:solidFill>
                  <a:srgbClr val="ffffff"/>
                </a:solidFill>
                <a:latin typeface="Arial"/>
                <a:ea typeface="Arial"/>
              </a:rPr>
              <a:t>       </a:t>
            </a:r>
            <a:r>
              <a:rPr b="0" lang="es-419" sz="1400" spc="-1" strike="noStrike">
                <a:solidFill>
                  <a:srgbClr val="ffffff"/>
                </a:solidFill>
                <a:latin typeface="Arial"/>
                <a:ea typeface="Arial"/>
              </a:rPr>
              <a:t>- Error recovery                                                     </a:t>
            </a:r>
            <a:endParaRPr b="0" lang="en-US" sz="1400" spc="-1" strike="noStrike">
              <a:latin typeface="Arial"/>
            </a:endParaRPr>
          </a:p>
          <a:p>
            <a:pPr>
              <a:lnSpc>
                <a:spcPct val="100000"/>
              </a:lnSpc>
              <a:buNone/>
              <a:tabLst>
                <a:tab algn="l" pos="0"/>
              </a:tabLst>
            </a:pPr>
            <a:r>
              <a:rPr b="0" lang="es-419" sz="1400" spc="-1" strike="noStrike">
                <a:solidFill>
                  <a:srgbClr val="ffffff"/>
                </a:solidFill>
                <a:latin typeface="Arial"/>
                <a:ea typeface="Arial"/>
              </a:rPr>
              <a:t>       </a:t>
            </a:r>
            <a:r>
              <a:rPr b="0" lang="es-419" sz="1400" spc="-1" strike="noStrike">
                <a:solidFill>
                  <a:srgbClr val="ffffff"/>
                </a:solidFill>
                <a:latin typeface="Arial"/>
                <a:ea typeface="Arial"/>
              </a:rPr>
              <a:t>- More complex task primitives</a:t>
            </a:r>
            <a:endParaRPr b="0" lang="en-US" sz="1400" spc="-1" strike="noStrike">
              <a:latin typeface="Arial"/>
            </a:endParaRPr>
          </a:p>
        </p:txBody>
      </p:sp>
      <p:sp>
        <p:nvSpPr>
          <p:cNvPr id="308" name="Google Shape;293;p28"/>
          <p:cNvSpPr/>
          <p:nvPr/>
        </p:nvSpPr>
        <p:spPr>
          <a:xfrm rot="10800000">
            <a:off x="4611600" y="728280"/>
            <a:ext cx="893520" cy="534960"/>
          </a:xfrm>
          <a:prstGeom prst="leftArrow">
            <a:avLst>
              <a:gd name="adj1" fmla="val 50000"/>
              <a:gd name="adj2" fmla="val 50000"/>
            </a:avLst>
          </a:prstGeom>
          <a:solidFill>
            <a:schemeClr val="lt2"/>
          </a:solidFill>
          <a:ln w="9525">
            <a:solidFill>
              <a:srgbClr val="1f497d"/>
            </a:solidFill>
            <a:round/>
          </a:ln>
        </p:spPr>
        <p:style>
          <a:lnRef idx="0"/>
          <a:fillRef idx="0"/>
          <a:effectRef idx="0"/>
          <a:fontRef idx="minor"/>
        </p:style>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309" name="Google Shape;298;p29"/>
          <p:cNvSpPr/>
          <p:nvPr/>
        </p:nvSpPr>
        <p:spPr>
          <a:xfrm>
            <a:off x="731160" y="320040"/>
            <a:ext cx="1005732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s-419" sz="2300" spc="-1" strike="noStrike">
                <a:solidFill>
                  <a:srgbClr val="ffffff"/>
                </a:solidFill>
                <a:latin typeface="Arial"/>
                <a:ea typeface="Arial"/>
              </a:rPr>
              <a:t>References &amp; Related Work</a:t>
            </a:r>
            <a:endParaRPr b="0" lang="en-US" sz="2300" spc="-1" strike="noStrike">
              <a:latin typeface="Arial"/>
            </a:endParaRPr>
          </a:p>
        </p:txBody>
      </p:sp>
      <p:sp>
        <p:nvSpPr>
          <p:cNvPr id="310" name="Google Shape;299;p29"/>
          <p:cNvSpPr/>
          <p:nvPr/>
        </p:nvSpPr>
        <p:spPr>
          <a:xfrm>
            <a:off x="731160" y="914040"/>
            <a:ext cx="2284920" cy="3708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311" name="Google Shape;300;p29"/>
          <p:cNvSpPr/>
          <p:nvPr/>
        </p:nvSpPr>
        <p:spPr>
          <a:xfrm>
            <a:off x="914040" y="1279800"/>
            <a:ext cx="10514160" cy="77544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s-419" sz="1100" spc="-1" strike="noStrike">
                <a:solidFill>
                  <a:srgbClr val="d1d5db"/>
                </a:solidFill>
                <a:latin typeface="Arial"/>
                <a:ea typeface="Arial"/>
              </a:rPr>
              <a:t>Kwon, T., Kim, B., Lee, Y., and Choo, J. "Language Models as Zero-Shot Trajectory Generators." RSS 2023 Workshop on Learning for Task and Motion Planning. — The foundational paper showing that LLMs can generate executable trajectory code from language instructions.</a:t>
            </a:r>
            <a:endParaRPr b="0" lang="en-US" sz="1100" spc="-1" strike="noStrike">
              <a:latin typeface="Arial"/>
            </a:endParaRPr>
          </a:p>
        </p:txBody>
      </p:sp>
      <p:sp>
        <p:nvSpPr>
          <p:cNvPr id="312" name="Google Shape;301;p29"/>
          <p:cNvSpPr/>
          <p:nvPr/>
        </p:nvSpPr>
        <p:spPr>
          <a:xfrm>
            <a:off x="914040" y="4557960"/>
            <a:ext cx="10179360" cy="77544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s-419" sz="1100" spc="-1" strike="noStrike">
                <a:solidFill>
                  <a:srgbClr val="d1d5db"/>
                </a:solidFill>
                <a:latin typeface="Arial"/>
                <a:ea typeface="Arial"/>
              </a:rPr>
              <a:t>Liang, J., Huang, W., Xia, F., Xu, P., Hausman, K., Ichter, B., Florence, P., and Zeng, A. "Code as Policies: Language Model Programs for Embodied Control." ICRA 2023. — Introduces the concept of using LLMs to generate robot control programs ("code as policies") with hierarchical code reuse.</a:t>
            </a:r>
            <a:endParaRPr b="0" lang="en-US" sz="1100" spc="-1" strike="noStrike">
              <a:latin typeface="Arial"/>
            </a:endParaRPr>
          </a:p>
        </p:txBody>
      </p:sp>
      <p:sp>
        <p:nvSpPr>
          <p:cNvPr id="313" name="Google Shape;302;p29"/>
          <p:cNvSpPr/>
          <p:nvPr/>
        </p:nvSpPr>
        <p:spPr>
          <a:xfrm>
            <a:off x="914040" y="3693240"/>
            <a:ext cx="10514160" cy="77544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s-419" sz="1100" spc="-1" strike="noStrike">
                <a:solidFill>
                  <a:srgbClr val="d1d5db"/>
                </a:solidFill>
                <a:latin typeface="Arial"/>
                <a:ea typeface="Arial"/>
              </a:rPr>
              <a:t>Vemprala, S., Bonatti, R., Bucker, A., and Kapoor, A. "ChatGPT for Robotics: Design Principles and Model Abilities." Microsoft Research, 2023. — Provides design principles for integrating LLMs into robotic systems, emphasizing prompt engineering and API design.</a:t>
            </a:r>
            <a:endParaRPr b="0" lang="en-US" sz="1100" spc="-1" strike="noStrike">
              <a:latin typeface="Arial"/>
            </a:endParaRPr>
          </a:p>
        </p:txBody>
      </p:sp>
      <p:sp>
        <p:nvSpPr>
          <p:cNvPr id="314" name="Google Shape;303;p29"/>
          <p:cNvSpPr/>
          <p:nvPr/>
        </p:nvSpPr>
        <p:spPr>
          <a:xfrm>
            <a:off x="914040" y="2236680"/>
            <a:ext cx="1051416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s-419" sz="1100" spc="-1" strike="noStrike">
                <a:solidFill>
                  <a:srgbClr val="d1d5db"/>
                </a:solidFill>
                <a:latin typeface="Arial"/>
                <a:ea typeface="Arial"/>
              </a:rPr>
              <a:t>TRAC-IK: Beeson, P. and Ames, B. "TRAC-IK: An Open-Source Library for Improved Inverse Kinematics of Humanoid Robots." IEEE-RAS 2015. — Fast IK solver used for real-time motion generation.</a:t>
            </a:r>
            <a:endParaRPr b="0" lang="en-US" sz="1100" spc="-1" strike="noStrike">
              <a:latin typeface="Arial"/>
            </a:endParaRPr>
          </a:p>
        </p:txBody>
      </p:sp>
      <p:sp>
        <p:nvSpPr>
          <p:cNvPr id="315" name="Google Shape;304;p29"/>
          <p:cNvSpPr/>
          <p:nvPr/>
        </p:nvSpPr>
        <p:spPr>
          <a:xfrm>
            <a:off x="914040" y="2965320"/>
            <a:ext cx="1051416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s-419" sz="1100" spc="-1" strike="noStrike">
                <a:solidFill>
                  <a:srgbClr val="d1d5db"/>
                </a:solidFill>
                <a:latin typeface="Arial"/>
                <a:ea typeface="Arial"/>
              </a:rPr>
              <a:t>Ultralytics YOLOv8: Jocher, G. et al. "Ultralytics YOLOv8." 2023. — Real-time object detection model used for scene perception.</a:t>
            </a:r>
            <a:endParaRPr b="0" lang="en-US" sz="110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316" name="Google Shape;309;p30"/>
          <p:cNvSpPr/>
          <p:nvPr/>
        </p:nvSpPr>
        <p:spPr>
          <a:xfrm>
            <a:off x="0" y="2925720"/>
            <a:ext cx="12190320" cy="4932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317" name="Google Shape;310;p30"/>
          <p:cNvSpPr/>
          <p:nvPr/>
        </p:nvSpPr>
        <p:spPr>
          <a:xfrm>
            <a:off x="914040" y="1645560"/>
            <a:ext cx="10331280" cy="75924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1" lang="es-419" sz="3300" spc="-1" strike="noStrike">
                <a:solidFill>
                  <a:srgbClr val="ffffff"/>
                </a:solidFill>
                <a:latin typeface="Arial"/>
                <a:ea typeface="Arial"/>
              </a:rPr>
              <a:t>Thank You</a:t>
            </a:r>
            <a:endParaRPr b="0" lang="en-US" sz="3300" spc="-1" strike="noStrike">
              <a:latin typeface="Arial"/>
            </a:endParaRPr>
          </a:p>
        </p:txBody>
      </p:sp>
      <p:sp>
        <p:nvSpPr>
          <p:cNvPr id="318" name="Google Shape;311;p30"/>
          <p:cNvSpPr/>
          <p:nvPr/>
        </p:nvSpPr>
        <p:spPr>
          <a:xfrm>
            <a:off x="914040" y="3291480"/>
            <a:ext cx="10331280" cy="48528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s-419" sz="2000" spc="-1" strike="noStrike">
                <a:solidFill>
                  <a:srgbClr val="d1d5db"/>
                </a:solidFill>
                <a:latin typeface="Arial"/>
                <a:ea typeface="Arial"/>
              </a:rPr>
              <a:t>Questions?</a:t>
            </a:r>
            <a:endParaRPr b="0" lang="en-US" sz="2000" spc="-1" strike="noStrike">
              <a:latin typeface="Arial"/>
            </a:endParaRPr>
          </a:p>
        </p:txBody>
      </p:sp>
      <p:sp>
        <p:nvSpPr>
          <p:cNvPr id="319" name="Google Shape;312;p30"/>
          <p:cNvSpPr/>
          <p:nvPr/>
        </p:nvSpPr>
        <p:spPr>
          <a:xfrm>
            <a:off x="914040" y="4571640"/>
            <a:ext cx="10331280" cy="36360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s-419" sz="1400" spc="-1" strike="noStrike">
                <a:solidFill>
                  <a:srgbClr val="9ca3af"/>
                </a:solidFill>
                <a:latin typeface="Arial"/>
                <a:ea typeface="Arial"/>
              </a:rPr>
              <a:t>Jun  ·  Sergio  ·  David  ·  Cadavid  ·  Jossua</a:t>
            </a:r>
            <a:endParaRPr b="0" lang="en-US" sz="1400" spc="-1" strike="noStrike">
              <a:latin typeface="Arial"/>
            </a:endParaRPr>
          </a:p>
        </p:txBody>
      </p:sp>
      <p:sp>
        <p:nvSpPr>
          <p:cNvPr id="320" name="Google Shape;313;p30"/>
          <p:cNvSpPr/>
          <p:nvPr/>
        </p:nvSpPr>
        <p:spPr>
          <a:xfrm>
            <a:off x="914040" y="5029200"/>
            <a:ext cx="10331280" cy="33300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s-419" sz="1200" spc="-1" strike="noStrike">
                <a:solidFill>
                  <a:srgbClr val="9ca3af"/>
                </a:solidFill>
                <a:latin typeface="Arial"/>
                <a:ea typeface="Arial"/>
              </a:rPr>
              <a:t>Robotics — Politecnico di Torino</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TotalTime>
  <Application>LibreOffice/7.3.7.2$Linux_X86_64 LibreOffice_project/30$Build-2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en-US</dc:language>
  <cp:lastModifiedBy/>
  <dcterms:modified xsi:type="dcterms:W3CDTF">2026-06-22T19:33:08Z</dcterms:modified>
  <cp:revision>1</cp:revision>
  <dc:subject/>
  <dc:title/>
</cp:coreProperties>
</file>